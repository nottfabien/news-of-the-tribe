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7653"/>
    <a:srgbClr val="3E513C"/>
    <a:srgbClr val="F0E8DD"/>
    <a:srgbClr val="C3AF86"/>
    <a:srgbClr val="E8FDEA"/>
    <a:srgbClr val="DBF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4A5442-8F4A-41F7-8EF1-17887229401F}" v="7" dt="2025-08-22T00:59:42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50" d="100"/>
          <a:sy n="50" d="100"/>
        </p:scale>
        <p:origin x="1328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en MOMOT" userId="6c5b4ff6-6473-40b4-834b-f07a0efe4683" providerId="ADAL" clId="{0F4A5442-8F4A-41F7-8EF1-17887229401F}"/>
    <pc:docChg chg="undo custSel addSld modSld">
      <pc:chgData name="Fabien MOMOT" userId="6c5b4ff6-6473-40b4-834b-f07a0efe4683" providerId="ADAL" clId="{0F4A5442-8F4A-41F7-8EF1-17887229401F}" dt="2025-08-22T03:08:38.074" v="144" actId="478"/>
      <pc:docMkLst>
        <pc:docMk/>
      </pc:docMkLst>
      <pc:sldChg chg="addSp delSp modSp mod">
        <pc:chgData name="Fabien MOMOT" userId="6c5b4ff6-6473-40b4-834b-f07a0efe4683" providerId="ADAL" clId="{0F4A5442-8F4A-41F7-8EF1-17887229401F}" dt="2025-08-22T03:08:38.074" v="144" actId="478"/>
        <pc:sldMkLst>
          <pc:docMk/>
          <pc:sldMk cId="571761497" sldId="259"/>
        </pc:sldMkLst>
        <pc:spChg chg="add mod ord">
          <ac:chgData name="Fabien MOMOT" userId="6c5b4ff6-6473-40b4-834b-f07a0efe4683" providerId="ADAL" clId="{0F4A5442-8F4A-41F7-8EF1-17887229401F}" dt="2025-08-22T00:57:39.565" v="120" actId="14100"/>
          <ac:spMkLst>
            <pc:docMk/>
            <pc:sldMk cId="571761497" sldId="259"/>
            <ac:spMk id="4" creationId="{6A05D841-CF92-DA67-2B6E-657E4EB88D49}"/>
          </ac:spMkLst>
        </pc:spChg>
        <pc:spChg chg="add del mod">
          <ac:chgData name="Fabien MOMOT" userId="6c5b4ff6-6473-40b4-834b-f07a0efe4683" providerId="ADAL" clId="{0F4A5442-8F4A-41F7-8EF1-17887229401F}" dt="2025-08-22T03:08:38.074" v="144" actId="478"/>
          <ac:spMkLst>
            <pc:docMk/>
            <pc:sldMk cId="571761497" sldId="259"/>
            <ac:spMk id="10" creationId="{345CECAD-B030-8F30-B8CE-308951D9C9F5}"/>
          </ac:spMkLst>
        </pc:spChg>
        <pc:spChg chg="mod topLvl">
          <ac:chgData name="Fabien MOMOT" userId="6c5b4ff6-6473-40b4-834b-f07a0efe4683" providerId="ADAL" clId="{0F4A5442-8F4A-41F7-8EF1-17887229401F}" dt="2025-08-22T00:58:58.086" v="124" actId="2085"/>
          <ac:spMkLst>
            <pc:docMk/>
            <pc:sldMk cId="571761497" sldId="259"/>
            <ac:spMk id="11" creationId="{C6EFE107-4137-9CC1-DC71-8D37FEFB236E}"/>
          </ac:spMkLst>
        </pc:spChg>
        <pc:spChg chg="mod topLvl">
          <ac:chgData name="Fabien MOMOT" userId="6c5b4ff6-6473-40b4-834b-f07a0efe4683" providerId="ADAL" clId="{0F4A5442-8F4A-41F7-8EF1-17887229401F}" dt="2025-08-22T00:58:58.086" v="124" actId="2085"/>
          <ac:spMkLst>
            <pc:docMk/>
            <pc:sldMk cId="571761497" sldId="259"/>
            <ac:spMk id="12" creationId="{B19835AC-D0F5-EFCA-338D-846E27404408}"/>
          </ac:spMkLst>
        </pc:spChg>
        <pc:spChg chg="mod topLvl">
          <ac:chgData name="Fabien MOMOT" userId="6c5b4ff6-6473-40b4-834b-f07a0efe4683" providerId="ADAL" clId="{0F4A5442-8F4A-41F7-8EF1-17887229401F}" dt="2025-08-22T00:58:58.086" v="124" actId="2085"/>
          <ac:spMkLst>
            <pc:docMk/>
            <pc:sldMk cId="571761497" sldId="259"/>
            <ac:spMk id="14" creationId="{C1E3D341-DE18-C82F-BA5C-015499A3DF79}"/>
          </ac:spMkLst>
        </pc:spChg>
        <pc:spChg chg="mod topLvl">
          <ac:chgData name="Fabien MOMOT" userId="6c5b4ff6-6473-40b4-834b-f07a0efe4683" providerId="ADAL" clId="{0F4A5442-8F4A-41F7-8EF1-17887229401F}" dt="2025-08-22T00:58:58.086" v="124" actId="2085"/>
          <ac:spMkLst>
            <pc:docMk/>
            <pc:sldMk cId="571761497" sldId="259"/>
            <ac:spMk id="20" creationId="{CAF00C62-C153-97AD-ECFB-9F9701DB718D}"/>
          </ac:spMkLst>
        </pc:spChg>
        <pc:spChg chg="mod topLvl">
          <ac:chgData name="Fabien MOMOT" userId="6c5b4ff6-6473-40b4-834b-f07a0efe4683" providerId="ADAL" clId="{0F4A5442-8F4A-41F7-8EF1-17887229401F}" dt="2025-08-22T00:58:58.086" v="124" actId="2085"/>
          <ac:spMkLst>
            <pc:docMk/>
            <pc:sldMk cId="571761497" sldId="259"/>
            <ac:spMk id="46" creationId="{1E821EC0-5289-E647-38C6-30A8A3CD08C9}"/>
          </ac:spMkLst>
        </pc:spChg>
        <pc:spChg chg="mod topLvl">
          <ac:chgData name="Fabien MOMOT" userId="6c5b4ff6-6473-40b4-834b-f07a0efe4683" providerId="ADAL" clId="{0F4A5442-8F4A-41F7-8EF1-17887229401F}" dt="2025-08-22T00:58:58.086" v="124" actId="2085"/>
          <ac:spMkLst>
            <pc:docMk/>
            <pc:sldMk cId="571761497" sldId="259"/>
            <ac:spMk id="47" creationId="{ECC8CF28-AE59-18DF-1C70-584940B4C8F9}"/>
          </ac:spMkLst>
        </pc:spChg>
        <pc:spChg chg="mod topLvl">
          <ac:chgData name="Fabien MOMOT" userId="6c5b4ff6-6473-40b4-834b-f07a0efe4683" providerId="ADAL" clId="{0F4A5442-8F4A-41F7-8EF1-17887229401F}" dt="2025-08-22T00:58:58.086" v="124" actId="2085"/>
          <ac:spMkLst>
            <pc:docMk/>
            <pc:sldMk cId="571761497" sldId="259"/>
            <ac:spMk id="48" creationId="{F65D8738-271A-BA1B-F676-AEA3B447275F}"/>
          </ac:spMkLst>
        </pc:spChg>
        <pc:spChg chg="mod topLvl">
          <ac:chgData name="Fabien MOMOT" userId="6c5b4ff6-6473-40b4-834b-f07a0efe4683" providerId="ADAL" clId="{0F4A5442-8F4A-41F7-8EF1-17887229401F}" dt="2025-08-22T00:58:58.086" v="124" actId="2085"/>
          <ac:spMkLst>
            <pc:docMk/>
            <pc:sldMk cId="571761497" sldId="259"/>
            <ac:spMk id="49" creationId="{1A4FCF9E-07DE-DB42-EA51-F16E815FEBB6}"/>
          </ac:spMkLst>
        </pc:spChg>
        <pc:spChg chg="mod">
          <ac:chgData name="Fabien MOMOT" userId="6c5b4ff6-6473-40b4-834b-f07a0efe4683" providerId="ADAL" clId="{0F4A5442-8F4A-41F7-8EF1-17887229401F}" dt="2025-08-22T00:59:13.240" v="125" actId="208"/>
          <ac:spMkLst>
            <pc:docMk/>
            <pc:sldMk cId="571761497" sldId="259"/>
            <ac:spMk id="53" creationId="{B1A81B52-651E-E297-4EB8-441201A95EE3}"/>
          </ac:spMkLst>
        </pc:spChg>
        <pc:spChg chg="mod">
          <ac:chgData name="Fabien MOMOT" userId="6c5b4ff6-6473-40b4-834b-f07a0efe4683" providerId="ADAL" clId="{0F4A5442-8F4A-41F7-8EF1-17887229401F}" dt="2025-08-22T00:59:20.802" v="128" actId="208"/>
          <ac:spMkLst>
            <pc:docMk/>
            <pc:sldMk cId="571761497" sldId="259"/>
            <ac:spMk id="57" creationId="{33E5EF51-4153-075F-791B-728B88C7DBF9}"/>
          </ac:spMkLst>
        </pc:spChg>
        <pc:spChg chg="mod topLvl">
          <ac:chgData name="Fabien MOMOT" userId="6c5b4ff6-6473-40b4-834b-f07a0efe4683" providerId="ADAL" clId="{0F4A5442-8F4A-41F7-8EF1-17887229401F}" dt="2025-08-22T00:58:58.086" v="124" actId="2085"/>
          <ac:spMkLst>
            <pc:docMk/>
            <pc:sldMk cId="571761497" sldId="259"/>
            <ac:spMk id="71" creationId="{12156619-79D6-C42D-7C86-594A1F20CE13}"/>
          </ac:spMkLst>
        </pc:spChg>
        <pc:spChg chg="mod">
          <ac:chgData name="Fabien MOMOT" userId="6c5b4ff6-6473-40b4-834b-f07a0efe4683" providerId="ADAL" clId="{0F4A5442-8F4A-41F7-8EF1-17887229401F}" dt="2025-08-22T00:57:58.597" v="121" actId="164"/>
          <ac:spMkLst>
            <pc:docMk/>
            <pc:sldMk cId="571761497" sldId="259"/>
            <ac:spMk id="72" creationId="{218E4A2E-A90C-E0E7-48FD-76F051D4ACE4}"/>
          </ac:spMkLst>
        </pc:spChg>
        <pc:spChg chg="mod">
          <ac:chgData name="Fabien MOMOT" userId="6c5b4ff6-6473-40b4-834b-f07a0efe4683" providerId="ADAL" clId="{0F4A5442-8F4A-41F7-8EF1-17887229401F}" dt="2025-08-22T00:58:58.086" v="124" actId="2085"/>
          <ac:spMkLst>
            <pc:docMk/>
            <pc:sldMk cId="571761497" sldId="259"/>
            <ac:spMk id="79" creationId="{1865D73C-9A29-EAD7-04F9-FB0F94E19ED7}"/>
          </ac:spMkLst>
        </pc:spChg>
        <pc:picChg chg="add del">
          <ac:chgData name="Fabien MOMOT" userId="6c5b4ff6-6473-40b4-834b-f07a0efe4683" providerId="ADAL" clId="{0F4A5442-8F4A-41F7-8EF1-17887229401F}" dt="2025-08-22T00:58:12.099" v="123" actId="21"/>
          <ac:picMkLst>
            <pc:docMk/>
            <pc:sldMk cId="571761497" sldId="259"/>
            <ac:picMk id="6" creationId="{CBFC60AD-3913-1462-4B60-FEBA34041DD4}"/>
          </ac:picMkLst>
        </pc:picChg>
        <pc:picChg chg="add del">
          <ac:chgData name="Fabien MOMOT" userId="6c5b4ff6-6473-40b4-834b-f07a0efe4683" providerId="ADAL" clId="{0F4A5442-8F4A-41F7-8EF1-17887229401F}" dt="2025-08-22T00:59:43.787" v="130" actId="21"/>
          <ac:picMkLst>
            <pc:docMk/>
            <pc:sldMk cId="571761497" sldId="259"/>
            <ac:picMk id="7" creationId="{E975352C-12AF-0CB3-47EA-BC01D2570D5B}"/>
          </ac:picMkLst>
        </pc:picChg>
        <pc:picChg chg="mod">
          <ac:chgData name="Fabien MOMOT" userId="6c5b4ff6-6473-40b4-834b-f07a0efe4683" providerId="ADAL" clId="{0F4A5442-8F4A-41F7-8EF1-17887229401F}" dt="2025-08-22T00:56:32.990" v="113" actId="1076"/>
          <ac:picMkLst>
            <pc:docMk/>
            <pc:sldMk cId="571761497" sldId="259"/>
            <ac:picMk id="76" creationId="{F9C67ECF-777B-3D64-BFAF-33BCBA648E39}"/>
          </ac:picMkLst>
        </pc:picChg>
        <pc:picChg chg="mod">
          <ac:chgData name="Fabien MOMOT" userId="6c5b4ff6-6473-40b4-834b-f07a0efe4683" providerId="ADAL" clId="{0F4A5442-8F4A-41F7-8EF1-17887229401F}" dt="2025-08-22T00:56:36.119" v="114" actId="1076"/>
          <ac:picMkLst>
            <pc:docMk/>
            <pc:sldMk cId="571761497" sldId="259"/>
            <ac:picMk id="80" creationId="{76E251EE-BBD9-49E2-6CB4-0DD04E695904}"/>
          </ac:picMkLst>
        </pc:picChg>
      </pc:sldChg>
      <pc:sldChg chg="addSp delSp modSp add mod">
        <pc:chgData name="Fabien MOMOT" userId="6c5b4ff6-6473-40b4-834b-f07a0efe4683" providerId="ADAL" clId="{0F4A5442-8F4A-41F7-8EF1-17887229401F}" dt="2025-08-21T23:17:57.406" v="111" actId="20577"/>
        <pc:sldMkLst>
          <pc:docMk/>
          <pc:sldMk cId="3893443465" sldId="261"/>
        </pc:sldMkLst>
        <pc:spChg chg="add mod ord">
          <ac:chgData name="Fabien MOMOT" userId="6c5b4ff6-6473-40b4-834b-f07a0efe4683" providerId="ADAL" clId="{0F4A5442-8F4A-41F7-8EF1-17887229401F}" dt="2025-08-21T23:14:52.823" v="97" actId="1035"/>
          <ac:spMkLst>
            <pc:docMk/>
            <pc:sldMk cId="3893443465" sldId="261"/>
            <ac:spMk id="5" creationId="{C0C55ECA-7886-6F67-CAEC-F3397BACDB32}"/>
          </ac:spMkLst>
        </pc:spChg>
        <pc:spChg chg="mod">
          <ac:chgData name="Fabien MOMOT" userId="6c5b4ff6-6473-40b4-834b-f07a0efe4683" providerId="ADAL" clId="{0F4A5442-8F4A-41F7-8EF1-17887229401F}" dt="2025-08-21T23:13:11.834" v="67" actId="164"/>
          <ac:spMkLst>
            <pc:docMk/>
            <pc:sldMk cId="3893443465" sldId="261"/>
            <ac:spMk id="11" creationId="{5613A094-84B8-B1C9-AC01-C70529775095}"/>
          </ac:spMkLst>
        </pc:spChg>
        <pc:spChg chg="mod topLvl">
          <ac:chgData name="Fabien MOMOT" userId="6c5b4ff6-6473-40b4-834b-f07a0efe4683" providerId="ADAL" clId="{0F4A5442-8F4A-41F7-8EF1-17887229401F}" dt="2025-08-21T23:13:23.593" v="69" actId="207"/>
          <ac:spMkLst>
            <pc:docMk/>
            <pc:sldMk cId="3893443465" sldId="261"/>
            <ac:spMk id="12" creationId="{22C4CCCF-4383-1FE2-D150-38A240CA8934}"/>
          </ac:spMkLst>
        </pc:spChg>
        <pc:spChg chg="mod">
          <ac:chgData name="Fabien MOMOT" userId="6c5b4ff6-6473-40b4-834b-f07a0efe4683" providerId="ADAL" clId="{0F4A5442-8F4A-41F7-8EF1-17887229401F}" dt="2025-08-21T23:13:11.834" v="67" actId="164"/>
          <ac:spMkLst>
            <pc:docMk/>
            <pc:sldMk cId="3893443465" sldId="261"/>
            <ac:spMk id="13" creationId="{4B8D8C38-778A-8E4A-5BC8-9A641496EFC3}"/>
          </ac:spMkLst>
        </pc:spChg>
        <pc:spChg chg="mod">
          <ac:chgData name="Fabien MOMOT" userId="6c5b4ff6-6473-40b4-834b-f07a0efe4683" providerId="ADAL" clId="{0F4A5442-8F4A-41F7-8EF1-17887229401F}" dt="2025-08-21T23:13:11.834" v="67" actId="164"/>
          <ac:spMkLst>
            <pc:docMk/>
            <pc:sldMk cId="3893443465" sldId="261"/>
            <ac:spMk id="14" creationId="{3674B8E7-6E16-E880-5220-A9A5C1BDAB07}"/>
          </ac:spMkLst>
        </pc:spChg>
        <pc:spChg chg="mod topLvl">
          <ac:chgData name="Fabien MOMOT" userId="6c5b4ff6-6473-40b4-834b-f07a0efe4683" providerId="ADAL" clId="{0F4A5442-8F4A-41F7-8EF1-17887229401F}" dt="2025-08-21T23:17:57.406" v="111" actId="20577"/>
          <ac:spMkLst>
            <pc:docMk/>
            <pc:sldMk cId="3893443465" sldId="261"/>
            <ac:spMk id="20" creationId="{A4C400E2-34D9-A385-14B9-D46B9C16D76D}"/>
          </ac:spMkLst>
        </pc:spChg>
        <pc:spChg chg="mod">
          <ac:chgData name="Fabien MOMOT" userId="6c5b4ff6-6473-40b4-834b-f07a0efe4683" providerId="ADAL" clId="{0F4A5442-8F4A-41F7-8EF1-17887229401F}" dt="2025-08-21T23:12:14.289" v="66" actId="1038"/>
          <ac:spMkLst>
            <pc:docMk/>
            <pc:sldMk cId="3893443465" sldId="261"/>
            <ac:spMk id="46" creationId="{582DF2B2-C2D6-7807-4A27-04801ACB4447}"/>
          </ac:spMkLst>
        </pc:spChg>
        <pc:spChg chg="mod">
          <ac:chgData name="Fabien MOMOT" userId="6c5b4ff6-6473-40b4-834b-f07a0efe4683" providerId="ADAL" clId="{0F4A5442-8F4A-41F7-8EF1-17887229401F}" dt="2025-08-21T23:12:14.289" v="66" actId="1038"/>
          <ac:spMkLst>
            <pc:docMk/>
            <pc:sldMk cId="3893443465" sldId="261"/>
            <ac:spMk id="47" creationId="{DCB6814D-EF0F-13C4-DAC3-BCB8B76109C6}"/>
          </ac:spMkLst>
        </pc:spChg>
        <pc:spChg chg="mod">
          <ac:chgData name="Fabien MOMOT" userId="6c5b4ff6-6473-40b4-834b-f07a0efe4683" providerId="ADAL" clId="{0F4A5442-8F4A-41F7-8EF1-17887229401F}" dt="2025-08-21T23:12:14.289" v="66" actId="1038"/>
          <ac:spMkLst>
            <pc:docMk/>
            <pc:sldMk cId="3893443465" sldId="261"/>
            <ac:spMk id="48" creationId="{E29BBEAB-991A-99A0-1AFD-B1D7FF293363}"/>
          </ac:spMkLst>
        </pc:spChg>
        <pc:spChg chg="mod topLvl">
          <ac:chgData name="Fabien MOMOT" userId="6c5b4ff6-6473-40b4-834b-f07a0efe4683" providerId="ADAL" clId="{0F4A5442-8F4A-41F7-8EF1-17887229401F}" dt="2025-08-21T23:13:23.593" v="69" actId="207"/>
          <ac:spMkLst>
            <pc:docMk/>
            <pc:sldMk cId="3893443465" sldId="261"/>
            <ac:spMk id="49" creationId="{743A4A70-DF36-2204-D994-263A597E8986}"/>
          </ac:spMkLst>
        </pc:spChg>
        <pc:spChg chg="mod">
          <ac:chgData name="Fabien MOMOT" userId="6c5b4ff6-6473-40b4-834b-f07a0efe4683" providerId="ADAL" clId="{0F4A5442-8F4A-41F7-8EF1-17887229401F}" dt="2025-08-21T23:13:23.593" v="69" actId="207"/>
          <ac:spMkLst>
            <pc:docMk/>
            <pc:sldMk cId="3893443465" sldId="261"/>
            <ac:spMk id="57" creationId="{2210824D-ADD6-93AF-1261-F9BFDFD7CBA0}"/>
          </ac:spMkLst>
        </pc:spChg>
        <pc:spChg chg="mod topLvl">
          <ac:chgData name="Fabien MOMOT" userId="6c5b4ff6-6473-40b4-834b-f07a0efe4683" providerId="ADAL" clId="{0F4A5442-8F4A-41F7-8EF1-17887229401F}" dt="2025-08-21T23:13:23.593" v="69" actId="207"/>
          <ac:spMkLst>
            <pc:docMk/>
            <pc:sldMk cId="3893443465" sldId="261"/>
            <ac:spMk id="68" creationId="{88D71789-F584-EB3E-DD01-F6E6C16B4B8E}"/>
          </ac:spMkLst>
        </pc:spChg>
        <pc:spChg chg="mod topLvl">
          <ac:chgData name="Fabien MOMOT" userId="6c5b4ff6-6473-40b4-834b-f07a0efe4683" providerId="ADAL" clId="{0F4A5442-8F4A-41F7-8EF1-17887229401F}" dt="2025-08-21T23:13:23.593" v="69" actId="207"/>
          <ac:spMkLst>
            <pc:docMk/>
            <pc:sldMk cId="3893443465" sldId="261"/>
            <ac:spMk id="69" creationId="{0360170D-2348-0ECB-5124-FFDFBEBA07DD}"/>
          </ac:spMkLst>
        </pc:spChg>
        <pc:spChg chg="mod topLvl">
          <ac:chgData name="Fabien MOMOT" userId="6c5b4ff6-6473-40b4-834b-f07a0efe4683" providerId="ADAL" clId="{0F4A5442-8F4A-41F7-8EF1-17887229401F}" dt="2025-08-21T23:13:23.593" v="69" actId="207"/>
          <ac:spMkLst>
            <pc:docMk/>
            <pc:sldMk cId="3893443465" sldId="261"/>
            <ac:spMk id="71" creationId="{7E81B889-8A89-7617-92E4-38117570FB8C}"/>
          </ac:spMkLst>
        </pc:spChg>
        <pc:spChg chg="mod topLvl">
          <ac:chgData name="Fabien MOMOT" userId="6c5b4ff6-6473-40b4-834b-f07a0efe4683" providerId="ADAL" clId="{0F4A5442-8F4A-41F7-8EF1-17887229401F}" dt="2025-08-21T23:13:23.593" v="69" actId="207"/>
          <ac:spMkLst>
            <pc:docMk/>
            <pc:sldMk cId="3893443465" sldId="261"/>
            <ac:spMk id="72" creationId="{8DBA61F6-BF47-A259-40CF-4681CA1B7F06}"/>
          </ac:spMkLst>
        </pc:spChg>
        <pc:spChg chg="mod">
          <ac:chgData name="Fabien MOMOT" userId="6c5b4ff6-6473-40b4-834b-f07a0efe4683" providerId="ADAL" clId="{0F4A5442-8F4A-41F7-8EF1-17887229401F}" dt="2025-08-21T23:13:23.593" v="69" actId="207"/>
          <ac:spMkLst>
            <pc:docMk/>
            <pc:sldMk cId="3893443465" sldId="261"/>
            <ac:spMk id="77" creationId="{CCF8A36D-C4B7-DF11-5C43-9A6702D4E487}"/>
          </ac:spMkLst>
        </pc:spChg>
        <pc:spChg chg="mod">
          <ac:chgData name="Fabien MOMOT" userId="6c5b4ff6-6473-40b4-834b-f07a0efe4683" providerId="ADAL" clId="{0F4A5442-8F4A-41F7-8EF1-17887229401F}" dt="2025-08-21T23:13:23.593" v="69" actId="207"/>
          <ac:spMkLst>
            <pc:docMk/>
            <pc:sldMk cId="3893443465" sldId="261"/>
            <ac:spMk id="79" creationId="{2AA7CB9A-6E06-2E9C-B2AC-4074C6906926}"/>
          </ac:spMkLst>
        </pc:spChg>
        <pc:grpChg chg="mod">
          <ac:chgData name="Fabien MOMOT" userId="6c5b4ff6-6473-40b4-834b-f07a0efe4683" providerId="ADAL" clId="{0F4A5442-8F4A-41F7-8EF1-17887229401F}" dt="2025-08-21T23:11:09.337" v="13" actId="1076"/>
          <ac:grpSpMkLst>
            <pc:docMk/>
            <pc:sldMk cId="3893443465" sldId="261"/>
            <ac:grpSpMk id="2" creationId="{7A57670E-6F5C-F056-1318-BB625094A6EA}"/>
          </ac:grpSpMkLst>
        </pc:grpChg>
        <pc:picChg chg="add del">
          <ac:chgData name="Fabien MOMOT" userId="6c5b4ff6-6473-40b4-834b-f07a0efe4683" providerId="ADAL" clId="{0F4A5442-8F4A-41F7-8EF1-17887229401F}" dt="2025-08-21T23:15:15.448" v="99" actId="21"/>
          <ac:picMkLst>
            <pc:docMk/>
            <pc:sldMk cId="3893443465" sldId="261"/>
            <ac:picMk id="6" creationId="{36D00A82-DAA2-950C-F698-660AAE52C2D2}"/>
          </ac:picMkLst>
        </pc:picChg>
        <pc:picChg chg="mod">
          <ac:chgData name="Fabien MOMOT" userId="6c5b4ff6-6473-40b4-834b-f07a0efe4683" providerId="ADAL" clId="{0F4A5442-8F4A-41F7-8EF1-17887229401F}" dt="2025-08-21T23:11:25.900" v="22" actId="1035"/>
          <ac:picMkLst>
            <pc:docMk/>
            <pc:sldMk cId="3893443465" sldId="261"/>
            <ac:picMk id="9" creationId="{56F8730A-0FCB-C750-C725-6BFE43FA5DC9}"/>
          </ac:picMkLst>
        </pc:picChg>
        <pc:picChg chg="mod">
          <ac:chgData name="Fabien MOMOT" userId="6c5b4ff6-6473-40b4-834b-f07a0efe4683" providerId="ADAL" clId="{0F4A5442-8F4A-41F7-8EF1-17887229401F}" dt="2025-08-21T23:11:25.900" v="22" actId="1035"/>
          <ac:picMkLst>
            <pc:docMk/>
            <pc:sldMk cId="3893443465" sldId="261"/>
            <ac:picMk id="30" creationId="{AA4E2DEA-3D00-C8D8-8071-3772DA893B1E}"/>
          </ac:picMkLst>
        </pc:picChg>
        <pc:picChg chg="mod">
          <ac:chgData name="Fabien MOMOT" userId="6c5b4ff6-6473-40b4-834b-f07a0efe4683" providerId="ADAL" clId="{0F4A5442-8F4A-41F7-8EF1-17887229401F}" dt="2025-08-21T23:11:25.900" v="22" actId="1035"/>
          <ac:picMkLst>
            <pc:docMk/>
            <pc:sldMk cId="3893443465" sldId="261"/>
            <ac:picMk id="38" creationId="{C4F6FA04-AD3B-DA23-A152-385D88ABAB1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810F26-E427-04D8-610E-05013B120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3081F25-FB10-1C62-B1B9-0AD387E07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B22297-2C33-E57D-84F1-EB37D2412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53714-A18B-450D-A0A0-B0180E825A26}" type="datetimeFigureOut">
              <a:rPr lang="fr-FR" smtClean="0"/>
              <a:t>22/08/2025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712E8B-56CA-964A-7B05-592E2281E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09D82D3-908C-AC0C-1041-46AD2AA4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145DC-46A8-4F81-8FEF-87AF2309E9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8226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9F6A64-45F8-C755-0BB9-F4CE8CBF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39F188-ACAD-0102-01B8-79E61E4AB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989C095-CBFB-D8B0-8E49-518331F89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53714-A18B-450D-A0A0-B0180E825A26}" type="datetimeFigureOut">
              <a:rPr lang="fr-FR" smtClean="0"/>
              <a:t>22/08/2025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B87DA4-F3A5-83F0-B816-6F2E65233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90AFC23-0C15-0804-CF8B-ACC7C2A6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145DC-46A8-4F81-8FEF-87AF2309E9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7899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4B57E0-D9BB-EFFE-26F0-2834A31AA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1CBF00-E558-2631-4394-5674980DE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213EE8-BD1D-9434-9E1E-940D94C2E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53714-A18B-450D-A0A0-B0180E825A26}" type="datetimeFigureOut">
              <a:rPr lang="fr-FR" smtClean="0"/>
              <a:t>22/08/2025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E8EB98-E73F-FA65-4B59-03973548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8EF934-A741-A0E1-319E-D13202271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145DC-46A8-4F81-8FEF-87AF2309E9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2611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4C292D-DB6D-EC43-80C6-0A5995354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69160A-03C6-7928-E35F-E6624B81B0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BE0204E-8A68-5D84-5B31-D934BABF6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F72DF4C-0C0C-10E2-99E3-3B64328D5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53714-A18B-450D-A0A0-B0180E825A26}" type="datetimeFigureOut">
              <a:rPr lang="fr-FR" smtClean="0"/>
              <a:t>22/08/2025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CBEFFA-9668-A1BB-CCED-5967FFDC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A597D3E-9489-03AC-FCD7-09892616A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145DC-46A8-4F81-8FEF-87AF2309E9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3290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1CD35C-237F-3D78-F849-6FD48C8A0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056024-9D49-8F77-6A46-4DA4243A8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FB11DBA-8B93-8BAD-04A1-46FC84AE5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82ED8EA-4B90-B300-A7D4-3F9304FE3C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217DB67-4C1D-4B1D-079F-164DAC2920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001462D-728B-3E8C-5CF4-B4C7B49F0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53714-A18B-450D-A0A0-B0180E825A26}" type="datetimeFigureOut">
              <a:rPr lang="fr-FR" smtClean="0"/>
              <a:t>22/08/2025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CD1A4C3-AF82-D087-4383-4767BF8BF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055A8C6-E9A1-5F5F-628B-265A2C90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145DC-46A8-4F81-8FEF-87AF2309E9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3608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025CAF-2972-21D3-89FB-17E6BEF3D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0A59407-05BF-0E65-CA5F-8FCF00D0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53714-A18B-450D-A0A0-B0180E825A26}" type="datetimeFigureOut">
              <a:rPr lang="fr-FR" smtClean="0"/>
              <a:t>22/08/2025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441E1AC-3875-2C6F-DFC4-031EA5CA2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C0AB9E3-8DC3-43E5-495F-64C7F0A76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145DC-46A8-4F81-8FEF-87AF2309E9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7390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1315293-A6E3-3659-B0C9-D5253DA10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53714-A18B-450D-A0A0-B0180E825A26}" type="datetimeFigureOut">
              <a:rPr lang="fr-FR" smtClean="0"/>
              <a:t>22/08/2025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3E2E020-BA8F-F215-186C-E39337EBA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41C298-47D9-44C1-2825-62A75B125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145DC-46A8-4F81-8FEF-87AF2309E9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3894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D4D5F0-1854-D9C2-E912-C8B7799AB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7B59B1-AA28-A60C-192F-FA24E1CEF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6DC33BB-4DF0-823D-F9A5-87CC11CFBB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F191E84-DEC1-CAB7-430B-7B8EDA446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53714-A18B-450D-A0A0-B0180E825A26}" type="datetimeFigureOut">
              <a:rPr lang="fr-FR" smtClean="0"/>
              <a:t>22/08/2025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74D1EF-EBB9-C622-BE8B-D000C4636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EE1C472-EAA5-402F-72FB-FE4E8710D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145DC-46A8-4F81-8FEF-87AF2309E9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6316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D48D05-0039-32FF-2F1D-38931FD0C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EBB6349-BC1A-4116-AB38-00CE336FE9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B8F9D01-C362-9882-55CA-E5727AA0CC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24D17E-E7C7-5621-C839-BCC523E2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53714-A18B-450D-A0A0-B0180E825A26}" type="datetimeFigureOut">
              <a:rPr lang="fr-FR" smtClean="0"/>
              <a:t>22/08/2025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1EB338-75AF-B22D-2288-3CF1D9C48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29217BC-D045-7BEC-B8DE-536D8DB65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145DC-46A8-4F81-8FEF-87AF2309E9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432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1774C7-A990-8A07-DB5D-23B365B0F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D8FCF24-7F81-C283-FAD1-FEB5FDE95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E0051F2-D602-035A-529B-49619C1D7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53714-A18B-450D-A0A0-B0180E825A26}" type="datetimeFigureOut">
              <a:rPr lang="fr-FR" smtClean="0"/>
              <a:t>22/08/2025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CF1338-CF7E-9949-FEC3-363AE4B11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B92F12-0E8B-4411-9804-3ABF3694C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145DC-46A8-4F81-8FEF-87AF2309E9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0528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68C2916-288F-C360-ADDD-ED03B3DFEF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F16AA49-44E4-BE85-D250-C0A19EE22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7D5190-1AC1-D97F-F127-A8E0B2B93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53714-A18B-450D-A0A0-B0180E825A26}" type="datetimeFigureOut">
              <a:rPr lang="fr-FR" smtClean="0"/>
              <a:t>22/08/2025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80298F5-1A1F-7F8C-3A3B-249907452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1F6F613-719F-1F2C-157C-441B60B54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145DC-46A8-4F81-8FEF-87AF2309E9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604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A9F1F9D-646F-557E-1949-368AE8EA8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9413650-856A-98F0-F548-04DB8E946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3112C7-74C1-514C-9BE9-0754FFD12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553714-A18B-450D-A0A0-B0180E825A26}" type="datetimeFigureOut">
              <a:rPr lang="fr-FR" smtClean="0"/>
              <a:t>22/08/2025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E8D478-E5C2-8333-966A-4287A15376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4CB5EF-A766-30B8-B35D-D139EAE48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B145DC-46A8-4F81-8FEF-87AF2309E95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3671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18" Type="http://schemas.openxmlformats.org/officeDocument/2006/relationships/image" Target="../media/image21.png"/><Relationship Id="rId26" Type="http://schemas.openxmlformats.org/officeDocument/2006/relationships/image" Target="../media/image29.svg"/><Relationship Id="rId3" Type="http://schemas.openxmlformats.org/officeDocument/2006/relationships/image" Target="../media/image6.svg"/><Relationship Id="rId21" Type="http://schemas.openxmlformats.org/officeDocument/2006/relationships/image" Target="../media/image24.sv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5" Type="http://schemas.openxmlformats.org/officeDocument/2006/relationships/image" Target="../media/image28.png"/><Relationship Id="rId2" Type="http://schemas.openxmlformats.org/officeDocument/2006/relationships/image" Target="../media/image5.png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24" Type="http://schemas.openxmlformats.org/officeDocument/2006/relationships/image" Target="../media/image27.pn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23" Type="http://schemas.openxmlformats.org/officeDocument/2006/relationships/image" Target="../media/image26.svg"/><Relationship Id="rId28" Type="http://schemas.openxmlformats.org/officeDocument/2006/relationships/image" Target="../media/image31.svg"/><Relationship Id="rId10" Type="http://schemas.openxmlformats.org/officeDocument/2006/relationships/image" Target="../media/image13.png"/><Relationship Id="rId19" Type="http://schemas.openxmlformats.org/officeDocument/2006/relationships/image" Target="../media/image22.sv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18" Type="http://schemas.openxmlformats.org/officeDocument/2006/relationships/image" Target="../media/image23.png"/><Relationship Id="rId26" Type="http://schemas.openxmlformats.org/officeDocument/2006/relationships/image" Target="../media/image29.svg"/><Relationship Id="rId3" Type="http://schemas.openxmlformats.org/officeDocument/2006/relationships/image" Target="../media/image8.svg"/><Relationship Id="rId21" Type="http://schemas.openxmlformats.org/officeDocument/2006/relationships/image" Target="../media/image26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5" Type="http://schemas.openxmlformats.org/officeDocument/2006/relationships/image" Target="../media/image28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24" Type="http://schemas.openxmlformats.org/officeDocument/2006/relationships/image" Target="../media/image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23" Type="http://schemas.openxmlformats.org/officeDocument/2006/relationships/image" Target="../media/image5.png"/><Relationship Id="rId28" Type="http://schemas.openxmlformats.org/officeDocument/2006/relationships/image" Target="../media/image31.svg"/><Relationship Id="rId10" Type="http://schemas.openxmlformats.org/officeDocument/2006/relationships/image" Target="../media/image15.png"/><Relationship Id="rId19" Type="http://schemas.openxmlformats.org/officeDocument/2006/relationships/image" Target="../media/image24.sv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18" Type="http://schemas.openxmlformats.org/officeDocument/2006/relationships/image" Target="../media/image23.png"/><Relationship Id="rId26" Type="http://schemas.openxmlformats.org/officeDocument/2006/relationships/image" Target="../media/image34.svg"/><Relationship Id="rId3" Type="http://schemas.openxmlformats.org/officeDocument/2006/relationships/image" Target="../media/image8.svg"/><Relationship Id="rId21" Type="http://schemas.openxmlformats.org/officeDocument/2006/relationships/image" Target="../media/image26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5" Type="http://schemas.openxmlformats.org/officeDocument/2006/relationships/image" Target="../media/image33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24" Type="http://schemas.openxmlformats.org/officeDocument/2006/relationships/image" Target="../media/image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23" Type="http://schemas.openxmlformats.org/officeDocument/2006/relationships/image" Target="../media/image5.png"/><Relationship Id="rId28" Type="http://schemas.openxmlformats.org/officeDocument/2006/relationships/image" Target="../media/image31.svg"/><Relationship Id="rId10" Type="http://schemas.openxmlformats.org/officeDocument/2006/relationships/image" Target="../media/image15.png"/><Relationship Id="rId19" Type="http://schemas.openxmlformats.org/officeDocument/2006/relationships/image" Target="../media/image24.sv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18" Type="http://schemas.openxmlformats.org/officeDocument/2006/relationships/image" Target="../media/image23.png"/><Relationship Id="rId26" Type="http://schemas.openxmlformats.org/officeDocument/2006/relationships/image" Target="../media/image29.svg"/><Relationship Id="rId3" Type="http://schemas.openxmlformats.org/officeDocument/2006/relationships/image" Target="../media/image8.svg"/><Relationship Id="rId21" Type="http://schemas.openxmlformats.org/officeDocument/2006/relationships/image" Target="../media/image26.sv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5" Type="http://schemas.openxmlformats.org/officeDocument/2006/relationships/image" Target="../media/image28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24" Type="http://schemas.openxmlformats.org/officeDocument/2006/relationships/image" Target="../media/image6.svg"/><Relationship Id="rId5" Type="http://schemas.openxmlformats.org/officeDocument/2006/relationships/image" Target="../media/image10.svg"/><Relationship Id="rId15" Type="http://schemas.openxmlformats.org/officeDocument/2006/relationships/image" Target="../media/image20.svg"/><Relationship Id="rId23" Type="http://schemas.openxmlformats.org/officeDocument/2006/relationships/image" Target="../media/image5.png"/><Relationship Id="rId28" Type="http://schemas.openxmlformats.org/officeDocument/2006/relationships/image" Target="../media/image31.svg"/><Relationship Id="rId10" Type="http://schemas.openxmlformats.org/officeDocument/2006/relationships/image" Target="../media/image15.png"/><Relationship Id="rId19" Type="http://schemas.openxmlformats.org/officeDocument/2006/relationships/image" Target="../media/image24.sv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7614A7-A268-C82C-9314-C3F63194CC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33A54EC-86D3-6C2E-190B-CD54E59509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Image 4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F092014D-0644-DE76-6851-30C9414E2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4"/>
          <a:stretch>
            <a:fillRect/>
          </a:stretch>
        </p:blipFill>
        <p:spPr>
          <a:xfrm>
            <a:off x="-57627" y="277473"/>
            <a:ext cx="3163253" cy="65697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CA11C3D-52B5-8777-7248-41C5271D7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4"/>
          <a:stretch>
            <a:fillRect/>
          </a:stretch>
        </p:blipFill>
        <p:spPr>
          <a:xfrm>
            <a:off x="6275236" y="277471"/>
            <a:ext cx="3163253" cy="6569701"/>
          </a:xfrm>
          <a:prstGeom prst="rect">
            <a:avLst/>
          </a:prstGeom>
        </p:spPr>
      </p:pic>
      <p:pic>
        <p:nvPicPr>
          <p:cNvPr id="9" name="Image 8" descr="Une image contenant texte, Appareils électroniques, capture d’écran, Site web&#10;&#10;Le contenu généré par l’IA peut être incorrect.">
            <a:extLst>
              <a:ext uri="{FF2B5EF4-FFF2-40B4-BE49-F238E27FC236}">
                <a16:creationId xmlns:a16="http://schemas.microsoft.com/office/drawing/2014/main" id="{D2900C90-420E-D54C-4998-BCD9195990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4"/>
          <a:stretch>
            <a:fillRect/>
          </a:stretch>
        </p:blipFill>
        <p:spPr>
          <a:xfrm>
            <a:off x="3134865" y="277473"/>
            <a:ext cx="3163253" cy="6569700"/>
          </a:xfrm>
          <a:prstGeom prst="rect">
            <a:avLst/>
          </a:prstGeom>
        </p:spPr>
      </p:pic>
      <p:pic>
        <p:nvPicPr>
          <p:cNvPr id="11" name="Image 10" descr="Une image contenant texte, Appareils électroniques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878EF485-C9A8-7B9B-E252-07725B5CFE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88" b="315"/>
          <a:stretch>
            <a:fillRect/>
          </a:stretch>
        </p:blipFill>
        <p:spPr>
          <a:xfrm>
            <a:off x="9415607" y="277471"/>
            <a:ext cx="3163253" cy="656970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7D892DA-A04E-9F67-4B03-F468C283C8D5}"/>
              </a:ext>
            </a:extLst>
          </p:cNvPr>
          <p:cNvSpPr/>
          <p:nvPr/>
        </p:nvSpPr>
        <p:spPr>
          <a:xfrm>
            <a:off x="10668000" y="327923"/>
            <a:ext cx="702091" cy="220717"/>
          </a:xfrm>
          <a:prstGeom prst="rect">
            <a:avLst/>
          </a:prstGeom>
          <a:solidFill>
            <a:srgbClr val="F0E8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9874E2-55EE-473C-FB53-95639BEB6E86}"/>
              </a:ext>
            </a:extLst>
          </p:cNvPr>
          <p:cNvSpPr/>
          <p:nvPr/>
        </p:nvSpPr>
        <p:spPr>
          <a:xfrm>
            <a:off x="7720488" y="2089141"/>
            <a:ext cx="1253244" cy="370280"/>
          </a:xfrm>
          <a:prstGeom prst="rect">
            <a:avLst/>
          </a:prstGeom>
          <a:solidFill>
            <a:srgbClr val="DBF3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1A36EC-9915-6A38-57A5-40A1A940D748}"/>
              </a:ext>
            </a:extLst>
          </p:cNvPr>
          <p:cNvSpPr/>
          <p:nvPr/>
        </p:nvSpPr>
        <p:spPr>
          <a:xfrm>
            <a:off x="7021550" y="3139685"/>
            <a:ext cx="627879" cy="139544"/>
          </a:xfrm>
          <a:prstGeom prst="rect">
            <a:avLst/>
          </a:prstGeom>
          <a:solidFill>
            <a:srgbClr val="E8FD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09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raphique 75" descr="Menu avec un remplissage uni">
            <a:extLst>
              <a:ext uri="{FF2B5EF4-FFF2-40B4-BE49-F238E27FC236}">
                <a16:creationId xmlns:a16="http://schemas.microsoft.com/office/drawing/2014/main" id="{82CE9B85-8DBD-8967-00C3-2E5D39377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37868" y="3091702"/>
            <a:ext cx="2044942" cy="2044942"/>
          </a:xfrm>
          <a:prstGeom prst="rect">
            <a:avLst/>
          </a:prstGeom>
        </p:spPr>
      </p:pic>
      <p:sp>
        <p:nvSpPr>
          <p:cNvPr id="79" name="Rectangle 78">
            <a:extLst>
              <a:ext uri="{FF2B5EF4-FFF2-40B4-BE49-F238E27FC236}">
                <a16:creationId xmlns:a16="http://schemas.microsoft.com/office/drawing/2014/main" id="{3D4E4733-1A5C-6C3B-2481-A081FC246E37}"/>
              </a:ext>
            </a:extLst>
          </p:cNvPr>
          <p:cNvSpPr/>
          <p:nvPr/>
        </p:nvSpPr>
        <p:spPr>
          <a:xfrm>
            <a:off x="9789233" y="3635226"/>
            <a:ext cx="933843" cy="11589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8" name="Graphique 37" descr="Réseau en ligne avec un remplissage uni">
            <a:extLst>
              <a:ext uri="{FF2B5EF4-FFF2-40B4-BE49-F238E27FC236}">
                <a16:creationId xmlns:a16="http://schemas.microsoft.com/office/drawing/2014/main" id="{36BE8855-FD28-3A57-4818-9DF275756A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50989" y="2650087"/>
            <a:ext cx="2665660" cy="2665660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59724EAA-5BD8-5877-7254-DE136CC2E7F1}"/>
              </a:ext>
            </a:extLst>
          </p:cNvPr>
          <p:cNvSpPr/>
          <p:nvPr/>
        </p:nvSpPr>
        <p:spPr>
          <a:xfrm>
            <a:off x="6691518" y="3196533"/>
            <a:ext cx="1172018" cy="16465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7" name="Groupe 66">
            <a:extLst>
              <a:ext uri="{FF2B5EF4-FFF2-40B4-BE49-F238E27FC236}">
                <a16:creationId xmlns:a16="http://schemas.microsoft.com/office/drawing/2014/main" id="{59307989-B607-3203-9EA1-A882BE7619C9}"/>
              </a:ext>
            </a:extLst>
          </p:cNvPr>
          <p:cNvGrpSpPr>
            <a:grpSpLocks noChangeAspect="1"/>
          </p:cNvGrpSpPr>
          <p:nvPr/>
        </p:nvGrpSpPr>
        <p:grpSpPr>
          <a:xfrm>
            <a:off x="233848" y="2408927"/>
            <a:ext cx="4846199" cy="4278292"/>
            <a:chOff x="758445" y="3037225"/>
            <a:chExt cx="2107043" cy="1860127"/>
          </a:xfrm>
          <a:solidFill>
            <a:srgbClr val="F0E8DD"/>
          </a:solidFill>
        </p:grpSpPr>
        <p:sp>
          <p:nvSpPr>
            <p:cNvPr id="53" name="Forme libre : forme 52">
              <a:extLst>
                <a:ext uri="{FF2B5EF4-FFF2-40B4-BE49-F238E27FC236}">
                  <a16:creationId xmlns:a16="http://schemas.microsoft.com/office/drawing/2014/main" id="{45749C7F-D9F4-E032-FAB9-3B818FBC4D3F}"/>
                </a:ext>
              </a:extLst>
            </p:cNvPr>
            <p:cNvSpPr/>
            <p:nvPr/>
          </p:nvSpPr>
          <p:spPr>
            <a:xfrm>
              <a:off x="758445" y="3037225"/>
              <a:ext cx="2107043" cy="1564589"/>
            </a:xfrm>
            <a:custGeom>
              <a:avLst/>
              <a:gdLst>
                <a:gd name="connsiteX0" fmla="*/ 9556 w 2107043"/>
                <a:gd name="connsiteY0" fmla="*/ 858427 h 1564589"/>
                <a:gd name="connsiteX1" fmla="*/ 9556 w 2107043"/>
                <a:gd name="connsiteY1" fmla="*/ 757774 h 1564589"/>
                <a:gd name="connsiteX2" fmla="*/ 5757 w 2107043"/>
                <a:gd name="connsiteY2" fmla="*/ 687507 h 1564589"/>
                <a:gd name="connsiteX3" fmla="*/ 16392 w 2107043"/>
                <a:gd name="connsiteY3" fmla="*/ 605466 h 1564589"/>
                <a:gd name="connsiteX4" fmla="*/ 48677 w 2107043"/>
                <a:gd name="connsiteY4" fmla="*/ 605466 h 1564589"/>
                <a:gd name="connsiteX5" fmla="*/ 80582 w 2107043"/>
                <a:gd name="connsiteY5" fmla="*/ 575840 h 1564589"/>
                <a:gd name="connsiteX6" fmla="*/ 137935 w 2107043"/>
                <a:gd name="connsiteY6" fmla="*/ 537858 h 1564589"/>
                <a:gd name="connsiteX7" fmla="*/ 222635 w 2107043"/>
                <a:gd name="connsiteY7" fmla="*/ 519247 h 1564589"/>
                <a:gd name="connsiteX8" fmla="*/ 307715 w 2107043"/>
                <a:gd name="connsiteY8" fmla="*/ 486582 h 1564589"/>
                <a:gd name="connsiteX9" fmla="*/ 390515 w 2107043"/>
                <a:gd name="connsiteY9" fmla="*/ 464173 h 1564589"/>
                <a:gd name="connsiteX10" fmla="*/ 444450 w 2107043"/>
                <a:gd name="connsiteY10" fmla="*/ 399224 h 1564589"/>
                <a:gd name="connsiteX11" fmla="*/ 458883 w 2107043"/>
                <a:gd name="connsiteY11" fmla="*/ 334654 h 1564589"/>
                <a:gd name="connsiteX12" fmla="*/ 481293 w 2107043"/>
                <a:gd name="connsiteY12" fmla="*/ 310726 h 1564589"/>
                <a:gd name="connsiteX13" fmla="*/ 519275 w 2107043"/>
                <a:gd name="connsiteY13" fmla="*/ 338832 h 1564589"/>
                <a:gd name="connsiteX14" fmla="*/ 533708 w 2107043"/>
                <a:gd name="connsiteY14" fmla="*/ 284898 h 1564589"/>
                <a:gd name="connsiteX15" fmla="*/ 577007 w 2107043"/>
                <a:gd name="connsiteY15" fmla="*/ 287936 h 1564589"/>
                <a:gd name="connsiteX16" fmla="*/ 583084 w 2107043"/>
                <a:gd name="connsiteY16" fmla="*/ 241218 h 1564589"/>
                <a:gd name="connsiteX17" fmla="*/ 610052 w 2107043"/>
                <a:gd name="connsiteY17" fmla="*/ 220328 h 1564589"/>
                <a:gd name="connsiteX18" fmla="*/ 626764 w 2107043"/>
                <a:gd name="connsiteY18" fmla="*/ 191082 h 1564589"/>
                <a:gd name="connsiteX19" fmla="*/ 709185 w 2107043"/>
                <a:gd name="connsiteY19" fmla="*/ 153100 h 1564589"/>
                <a:gd name="connsiteX20" fmla="*/ 780971 w 2107043"/>
                <a:gd name="connsiteY20" fmla="*/ 210073 h 1564589"/>
                <a:gd name="connsiteX21" fmla="*/ 835285 w 2107043"/>
                <a:gd name="connsiteY21" fmla="*/ 210073 h 1564589"/>
                <a:gd name="connsiteX22" fmla="*/ 847060 w 2107043"/>
                <a:gd name="connsiteY22" fmla="*/ 187284 h 1564589"/>
                <a:gd name="connsiteX23" fmla="*/ 847060 w 2107043"/>
                <a:gd name="connsiteY23" fmla="*/ 160696 h 1564589"/>
                <a:gd name="connsiteX24" fmla="*/ 872128 w 2107043"/>
                <a:gd name="connsiteY24" fmla="*/ 125753 h 1564589"/>
                <a:gd name="connsiteX25" fmla="*/ 923783 w 2107043"/>
                <a:gd name="connsiteY25" fmla="*/ 69160 h 1564589"/>
                <a:gd name="connsiteX26" fmla="*/ 995190 w 2107043"/>
                <a:gd name="connsiteY26" fmla="*/ 58525 h 1564589"/>
                <a:gd name="connsiteX27" fmla="*/ 1008103 w 2107043"/>
                <a:gd name="connsiteY27" fmla="*/ 37255 h 1564589"/>
                <a:gd name="connsiteX28" fmla="*/ 1021777 w 2107043"/>
                <a:gd name="connsiteY28" fmla="*/ 27759 h 1564589"/>
                <a:gd name="connsiteX29" fmla="*/ 1047985 w 2107043"/>
                <a:gd name="connsiteY29" fmla="*/ 36875 h 1564589"/>
                <a:gd name="connsiteX30" fmla="*/ 1157373 w 2107043"/>
                <a:gd name="connsiteY30" fmla="*/ 60044 h 1564589"/>
                <a:gd name="connsiteX31" fmla="*/ 1192316 w 2107043"/>
                <a:gd name="connsiteY31" fmla="*/ 70299 h 1564589"/>
                <a:gd name="connsiteX32" fmla="*/ 1216625 w 2107043"/>
                <a:gd name="connsiteY32" fmla="*/ 64222 h 1564589"/>
                <a:gd name="connsiteX33" fmla="*/ 1178643 w 2107043"/>
                <a:gd name="connsiteY33" fmla="*/ 127652 h 1564589"/>
                <a:gd name="connsiteX34" fmla="*/ 1169527 w 2107043"/>
                <a:gd name="connsiteY34" fmla="*/ 168673 h 1564589"/>
                <a:gd name="connsiteX35" fmla="*/ 1155854 w 2107043"/>
                <a:gd name="connsiteY35" fmla="*/ 206655 h 1564589"/>
                <a:gd name="connsiteX36" fmla="*/ 1246631 w 2107043"/>
                <a:gd name="connsiteY36" fmla="*/ 271224 h 1564589"/>
                <a:gd name="connsiteX37" fmla="*/ 1331331 w 2107043"/>
                <a:gd name="connsiteY37" fmla="*/ 315283 h 1564589"/>
                <a:gd name="connsiteX38" fmla="*/ 1422108 w 2107043"/>
                <a:gd name="connsiteY38" fmla="*/ 356684 h 1564589"/>
                <a:gd name="connsiteX39" fmla="*/ 1480600 w 2107043"/>
                <a:gd name="connsiteY39" fmla="*/ 152720 h 1564589"/>
                <a:gd name="connsiteX40" fmla="*/ 1499211 w 2107043"/>
                <a:gd name="connsiteY40" fmla="*/ 49409 h 1564589"/>
                <a:gd name="connsiteX41" fmla="*/ 1539852 w 2107043"/>
                <a:gd name="connsiteY41" fmla="*/ 11427 h 1564589"/>
                <a:gd name="connsiteX42" fmla="*/ 1577834 w 2107043"/>
                <a:gd name="connsiteY42" fmla="*/ 110180 h 1564589"/>
                <a:gd name="connsiteX43" fmla="*/ 1589229 w 2107043"/>
                <a:gd name="connsiteY43" fmla="*/ 158797 h 1564589"/>
                <a:gd name="connsiteX44" fmla="*/ 1595686 w 2107043"/>
                <a:gd name="connsiteY44" fmla="*/ 183106 h 1564589"/>
                <a:gd name="connsiteX45" fmla="*/ 1633668 w 2107043"/>
                <a:gd name="connsiteY45" fmla="*/ 178548 h 1564589"/>
                <a:gd name="connsiteX46" fmla="*/ 1680386 w 2107043"/>
                <a:gd name="connsiteY46" fmla="*/ 262488 h 1564589"/>
                <a:gd name="connsiteX47" fmla="*/ 1718368 w 2107043"/>
                <a:gd name="connsiteY47" fmla="*/ 354405 h 1564589"/>
                <a:gd name="connsiteX48" fmla="*/ 1747234 w 2107043"/>
                <a:gd name="connsiteY48" fmla="*/ 437965 h 1564589"/>
                <a:gd name="connsiteX49" fmla="*/ 1844848 w 2107043"/>
                <a:gd name="connsiteY49" fmla="*/ 495318 h 1564589"/>
                <a:gd name="connsiteX50" fmla="*/ 1890426 w 2107043"/>
                <a:gd name="connsiteY50" fmla="*/ 568624 h 1564589"/>
                <a:gd name="connsiteX51" fmla="*/ 1904860 w 2107043"/>
                <a:gd name="connsiteY51" fmla="*/ 606606 h 1564589"/>
                <a:gd name="connsiteX52" fmla="*/ 1949678 w 2107043"/>
                <a:gd name="connsiteY52" fmla="*/ 625217 h 1564589"/>
                <a:gd name="connsiteX53" fmla="*/ 1967910 w 2107043"/>
                <a:gd name="connsiteY53" fmla="*/ 659781 h 1564589"/>
                <a:gd name="connsiteX54" fmla="*/ 1995257 w 2107043"/>
                <a:gd name="connsiteY54" fmla="*/ 697763 h 1564589"/>
                <a:gd name="connsiteX55" fmla="*/ 2076538 w 2107043"/>
                <a:gd name="connsiteY55" fmla="*/ 780943 h 1564589"/>
                <a:gd name="connsiteX56" fmla="*/ 2084894 w 2107043"/>
                <a:gd name="connsiteY56" fmla="*/ 858427 h 1564589"/>
                <a:gd name="connsiteX57" fmla="*/ 2106924 w 2107043"/>
                <a:gd name="connsiteY57" fmla="*/ 969714 h 1564589"/>
                <a:gd name="connsiteX58" fmla="*/ 2078817 w 2107043"/>
                <a:gd name="connsiteY58" fmla="*/ 1101132 h 1564589"/>
                <a:gd name="connsiteX59" fmla="*/ 2035138 w 2107043"/>
                <a:gd name="connsiteY59" fmla="*/ 1200265 h 1564589"/>
                <a:gd name="connsiteX60" fmla="*/ 1930307 w 2107043"/>
                <a:gd name="connsiteY60" fmla="*/ 1393594 h 1564589"/>
                <a:gd name="connsiteX61" fmla="*/ 1906379 w 2107043"/>
                <a:gd name="connsiteY61" fmla="*/ 1494246 h 1564589"/>
                <a:gd name="connsiteX62" fmla="*/ 1808765 w 2107043"/>
                <a:gd name="connsiteY62" fmla="*/ 1513237 h 1564589"/>
                <a:gd name="connsiteX63" fmla="*/ 1732801 w 2107043"/>
                <a:gd name="connsiteY63" fmla="*/ 1564133 h 1564589"/>
                <a:gd name="connsiteX64" fmla="*/ 1656837 w 2107043"/>
                <a:gd name="connsiteY64" fmla="*/ 1510578 h 1564589"/>
                <a:gd name="connsiteX65" fmla="*/ 1556184 w 2107043"/>
                <a:gd name="connsiteY65" fmla="*/ 1557296 h 1564589"/>
                <a:gd name="connsiteX66" fmla="*/ 1444517 w 2107043"/>
                <a:gd name="connsiteY66" fmla="*/ 1524252 h 1564589"/>
                <a:gd name="connsiteX67" fmla="*/ 1389823 w 2107043"/>
                <a:gd name="connsiteY67" fmla="*/ 1439172 h 1564589"/>
                <a:gd name="connsiteX68" fmla="*/ 1367034 w 2107043"/>
                <a:gd name="connsiteY68" fmla="*/ 1389036 h 1564589"/>
                <a:gd name="connsiteX69" fmla="*/ 1317277 w 2107043"/>
                <a:gd name="connsiteY69" fmla="*/ 1372324 h 1564589"/>
                <a:gd name="connsiteX70" fmla="*/ 1294488 w 2107043"/>
                <a:gd name="connsiteY70" fmla="*/ 1296360 h 1564589"/>
                <a:gd name="connsiteX71" fmla="*/ 1247770 w 2107043"/>
                <a:gd name="connsiteY71" fmla="*/ 1346876 h 1564589"/>
                <a:gd name="connsiteX72" fmla="*/ 1264482 w 2107043"/>
                <a:gd name="connsiteY72" fmla="*/ 1329404 h 1564589"/>
                <a:gd name="connsiteX73" fmla="*/ 1269800 w 2107043"/>
                <a:gd name="connsiteY73" fmla="*/ 1285725 h 1564589"/>
                <a:gd name="connsiteX74" fmla="*/ 1280435 w 2107043"/>
                <a:gd name="connsiteY74" fmla="*/ 1216217 h 1564589"/>
                <a:gd name="connsiteX75" fmla="*/ 1229159 w 2107043"/>
                <a:gd name="connsiteY75" fmla="*/ 1265214 h 1564589"/>
                <a:gd name="connsiteX76" fmla="*/ 1168008 w 2107043"/>
                <a:gd name="connsiteY76" fmla="*/ 1327505 h 1564589"/>
                <a:gd name="connsiteX77" fmla="*/ 1117872 w 2107043"/>
                <a:gd name="connsiteY77" fmla="*/ 1238247 h 1564589"/>
                <a:gd name="connsiteX78" fmla="*/ 1060139 w 2107043"/>
                <a:gd name="connsiteY78" fmla="*/ 1171019 h 1564589"/>
                <a:gd name="connsiteX79" fmla="*/ 1013421 w 2107043"/>
                <a:gd name="connsiteY79" fmla="*/ 1162283 h 1564589"/>
                <a:gd name="connsiteX80" fmla="*/ 949231 w 2107043"/>
                <a:gd name="connsiteY80" fmla="*/ 1139114 h 1564589"/>
                <a:gd name="connsiteX81" fmla="*/ 829208 w 2107043"/>
                <a:gd name="connsiteY81" fmla="*/ 1141773 h 1564589"/>
                <a:gd name="connsiteX82" fmla="*/ 715262 w 2107043"/>
                <a:gd name="connsiteY82" fmla="*/ 1175577 h 1564589"/>
                <a:gd name="connsiteX83" fmla="*/ 601316 w 2107043"/>
                <a:gd name="connsiteY83" fmla="*/ 1205583 h 1564589"/>
                <a:gd name="connsiteX84" fmla="*/ 556497 w 2107043"/>
                <a:gd name="connsiteY84" fmla="*/ 1232170 h 1564589"/>
                <a:gd name="connsiteX85" fmla="*/ 534847 w 2107043"/>
                <a:gd name="connsiteY85" fmla="*/ 1265594 h 1564589"/>
                <a:gd name="connsiteX86" fmla="*/ 417483 w 2107043"/>
                <a:gd name="connsiteY86" fmla="*/ 1270912 h 1564589"/>
                <a:gd name="connsiteX87" fmla="*/ 315691 w 2107043"/>
                <a:gd name="connsiteY87" fmla="*/ 1293321 h 1564589"/>
                <a:gd name="connsiteX88" fmla="*/ 237448 w 2107043"/>
                <a:gd name="connsiteY88" fmla="*/ 1338900 h 1564589"/>
                <a:gd name="connsiteX89" fmla="*/ 84760 w 2107043"/>
                <a:gd name="connsiteY89" fmla="*/ 1264455 h 1564589"/>
                <a:gd name="connsiteX90" fmla="*/ 110588 w 2107043"/>
                <a:gd name="connsiteY90" fmla="*/ 1239766 h 1564589"/>
                <a:gd name="connsiteX91" fmla="*/ 117425 w 2107043"/>
                <a:gd name="connsiteY91" fmla="*/ 1177856 h 1564589"/>
                <a:gd name="connsiteX92" fmla="*/ 83241 w 2107043"/>
                <a:gd name="connsiteY92" fmla="*/ 1074165 h 1564589"/>
                <a:gd name="connsiteX93" fmla="*/ 59312 w 2107043"/>
                <a:gd name="connsiteY93" fmla="*/ 972373 h 1564589"/>
                <a:gd name="connsiteX94" fmla="*/ 9556 w 2107043"/>
                <a:gd name="connsiteY94" fmla="*/ 858427 h 1564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107043" h="1564589">
                  <a:moveTo>
                    <a:pt x="9556" y="858427"/>
                  </a:moveTo>
                  <a:cubicBezTo>
                    <a:pt x="50576" y="817786"/>
                    <a:pt x="29306" y="805252"/>
                    <a:pt x="9556" y="757774"/>
                  </a:cubicBezTo>
                  <a:cubicBezTo>
                    <a:pt x="-1694" y="735973"/>
                    <a:pt x="-3076" y="710395"/>
                    <a:pt x="5757" y="687507"/>
                  </a:cubicBezTo>
                  <a:cubicBezTo>
                    <a:pt x="11052" y="660415"/>
                    <a:pt x="14605" y="633011"/>
                    <a:pt x="16392" y="605466"/>
                  </a:cubicBezTo>
                  <a:cubicBezTo>
                    <a:pt x="40701" y="617620"/>
                    <a:pt x="30826" y="617620"/>
                    <a:pt x="48677" y="605466"/>
                  </a:cubicBezTo>
                  <a:cubicBezTo>
                    <a:pt x="60831" y="596730"/>
                    <a:pt x="66908" y="584196"/>
                    <a:pt x="80582" y="575840"/>
                  </a:cubicBezTo>
                  <a:cubicBezTo>
                    <a:pt x="94256" y="567484"/>
                    <a:pt x="118564" y="550772"/>
                    <a:pt x="137935" y="537858"/>
                  </a:cubicBezTo>
                  <a:cubicBezTo>
                    <a:pt x="166801" y="520007"/>
                    <a:pt x="191869" y="527603"/>
                    <a:pt x="222635" y="519247"/>
                  </a:cubicBezTo>
                  <a:cubicBezTo>
                    <a:pt x="253400" y="510891"/>
                    <a:pt x="277709" y="493799"/>
                    <a:pt x="307715" y="486582"/>
                  </a:cubicBezTo>
                  <a:cubicBezTo>
                    <a:pt x="336273" y="483255"/>
                    <a:pt x="364179" y="475704"/>
                    <a:pt x="390515" y="464173"/>
                  </a:cubicBezTo>
                  <a:cubicBezTo>
                    <a:pt x="412743" y="446435"/>
                    <a:pt x="431095" y="424330"/>
                    <a:pt x="444450" y="399224"/>
                  </a:cubicBezTo>
                  <a:cubicBezTo>
                    <a:pt x="463821" y="371877"/>
                    <a:pt x="447868" y="361242"/>
                    <a:pt x="458883" y="334654"/>
                  </a:cubicBezTo>
                  <a:cubicBezTo>
                    <a:pt x="463156" y="324194"/>
                    <a:pt x="471136" y="315675"/>
                    <a:pt x="481293" y="310726"/>
                  </a:cubicBezTo>
                  <a:cubicBezTo>
                    <a:pt x="504462" y="303889"/>
                    <a:pt x="505981" y="319841"/>
                    <a:pt x="519275" y="338832"/>
                  </a:cubicBezTo>
                  <a:cubicBezTo>
                    <a:pt x="538645" y="321740"/>
                    <a:pt x="536746" y="310346"/>
                    <a:pt x="533708" y="284898"/>
                  </a:cubicBezTo>
                  <a:cubicBezTo>
                    <a:pt x="540924" y="284898"/>
                    <a:pt x="571690" y="292114"/>
                    <a:pt x="577007" y="287936"/>
                  </a:cubicBezTo>
                  <a:cubicBezTo>
                    <a:pt x="582325" y="283758"/>
                    <a:pt x="577007" y="249954"/>
                    <a:pt x="583084" y="241218"/>
                  </a:cubicBezTo>
                  <a:cubicBezTo>
                    <a:pt x="589162" y="232483"/>
                    <a:pt x="603595" y="228684"/>
                    <a:pt x="610052" y="220328"/>
                  </a:cubicBezTo>
                  <a:cubicBezTo>
                    <a:pt x="616509" y="211972"/>
                    <a:pt x="617648" y="199058"/>
                    <a:pt x="626764" y="191082"/>
                  </a:cubicBezTo>
                  <a:cubicBezTo>
                    <a:pt x="651779" y="173656"/>
                    <a:pt x="679684" y="160795"/>
                    <a:pt x="709185" y="153100"/>
                  </a:cubicBezTo>
                  <a:cubicBezTo>
                    <a:pt x="744888" y="153100"/>
                    <a:pt x="755143" y="203616"/>
                    <a:pt x="780971" y="210073"/>
                  </a:cubicBezTo>
                  <a:cubicBezTo>
                    <a:pt x="799016" y="212162"/>
                    <a:pt x="817240" y="212162"/>
                    <a:pt x="835285" y="210073"/>
                  </a:cubicBezTo>
                  <a:cubicBezTo>
                    <a:pt x="853517" y="204756"/>
                    <a:pt x="845920" y="203236"/>
                    <a:pt x="847060" y="187284"/>
                  </a:cubicBezTo>
                  <a:cubicBezTo>
                    <a:pt x="848199" y="171331"/>
                    <a:pt x="842502" y="173610"/>
                    <a:pt x="847060" y="160696"/>
                  </a:cubicBezTo>
                  <a:cubicBezTo>
                    <a:pt x="851617" y="147783"/>
                    <a:pt x="865291" y="137907"/>
                    <a:pt x="872128" y="125753"/>
                  </a:cubicBezTo>
                  <a:cubicBezTo>
                    <a:pt x="886561" y="101824"/>
                    <a:pt x="893398" y="80554"/>
                    <a:pt x="923783" y="69160"/>
                  </a:cubicBezTo>
                  <a:cubicBezTo>
                    <a:pt x="944673" y="61184"/>
                    <a:pt x="975819" y="72198"/>
                    <a:pt x="995190" y="58525"/>
                  </a:cubicBezTo>
                  <a:cubicBezTo>
                    <a:pt x="1002406" y="53587"/>
                    <a:pt x="1002406" y="42193"/>
                    <a:pt x="1008103" y="37255"/>
                  </a:cubicBezTo>
                  <a:cubicBezTo>
                    <a:pt x="1021017" y="26240"/>
                    <a:pt x="1002786" y="29658"/>
                    <a:pt x="1021777" y="27759"/>
                  </a:cubicBezTo>
                  <a:cubicBezTo>
                    <a:pt x="1030946" y="29362"/>
                    <a:pt x="1039799" y="32443"/>
                    <a:pt x="1047985" y="36875"/>
                  </a:cubicBezTo>
                  <a:cubicBezTo>
                    <a:pt x="1083764" y="47533"/>
                    <a:pt x="1120344" y="55281"/>
                    <a:pt x="1157373" y="60044"/>
                  </a:cubicBezTo>
                  <a:cubicBezTo>
                    <a:pt x="1168806" y="64158"/>
                    <a:pt x="1180474" y="67584"/>
                    <a:pt x="1192316" y="70299"/>
                  </a:cubicBezTo>
                  <a:cubicBezTo>
                    <a:pt x="1201812" y="70299"/>
                    <a:pt x="1206370" y="57006"/>
                    <a:pt x="1216625" y="64222"/>
                  </a:cubicBezTo>
                  <a:cubicBezTo>
                    <a:pt x="1238655" y="79415"/>
                    <a:pt x="1182061" y="118536"/>
                    <a:pt x="1178643" y="127652"/>
                  </a:cubicBezTo>
                  <a:cubicBezTo>
                    <a:pt x="1175224" y="136768"/>
                    <a:pt x="1175224" y="156139"/>
                    <a:pt x="1169527" y="168673"/>
                  </a:cubicBezTo>
                  <a:cubicBezTo>
                    <a:pt x="1163830" y="181207"/>
                    <a:pt x="1149397" y="190702"/>
                    <a:pt x="1155854" y="206655"/>
                  </a:cubicBezTo>
                  <a:cubicBezTo>
                    <a:pt x="1167628" y="234002"/>
                    <a:pt x="1221942" y="257171"/>
                    <a:pt x="1246631" y="271224"/>
                  </a:cubicBezTo>
                  <a:cubicBezTo>
                    <a:pt x="1271319" y="285278"/>
                    <a:pt x="1303984" y="299711"/>
                    <a:pt x="1331331" y="315283"/>
                  </a:cubicBezTo>
                  <a:cubicBezTo>
                    <a:pt x="1358678" y="330856"/>
                    <a:pt x="1386405" y="370737"/>
                    <a:pt x="1422108" y="356684"/>
                  </a:cubicBezTo>
                  <a:cubicBezTo>
                    <a:pt x="1484398" y="332375"/>
                    <a:pt x="1479461" y="204756"/>
                    <a:pt x="1480600" y="152720"/>
                  </a:cubicBezTo>
                  <a:cubicBezTo>
                    <a:pt x="1482047" y="117594"/>
                    <a:pt x="1488307" y="82833"/>
                    <a:pt x="1499211" y="49409"/>
                  </a:cubicBezTo>
                  <a:cubicBezTo>
                    <a:pt x="1506808" y="25101"/>
                    <a:pt x="1514024" y="-21617"/>
                    <a:pt x="1539852" y="11427"/>
                  </a:cubicBezTo>
                  <a:cubicBezTo>
                    <a:pt x="1557628" y="42143"/>
                    <a:pt x="1570447" y="75469"/>
                    <a:pt x="1577834" y="110180"/>
                  </a:cubicBezTo>
                  <a:cubicBezTo>
                    <a:pt x="1580645" y="126600"/>
                    <a:pt x="1584451" y="142837"/>
                    <a:pt x="1589229" y="158797"/>
                  </a:cubicBezTo>
                  <a:cubicBezTo>
                    <a:pt x="1589229" y="162596"/>
                    <a:pt x="1592267" y="181207"/>
                    <a:pt x="1595686" y="183106"/>
                  </a:cubicBezTo>
                  <a:cubicBezTo>
                    <a:pt x="1599104" y="185005"/>
                    <a:pt x="1623033" y="176269"/>
                    <a:pt x="1633668" y="178548"/>
                  </a:cubicBezTo>
                  <a:cubicBezTo>
                    <a:pt x="1671650" y="188423"/>
                    <a:pt x="1674309" y="232862"/>
                    <a:pt x="1680386" y="262488"/>
                  </a:cubicBezTo>
                  <a:cubicBezTo>
                    <a:pt x="1686463" y="292114"/>
                    <a:pt x="1708872" y="321740"/>
                    <a:pt x="1718368" y="354405"/>
                  </a:cubicBezTo>
                  <a:cubicBezTo>
                    <a:pt x="1727863" y="387069"/>
                    <a:pt x="1722926" y="415556"/>
                    <a:pt x="1747234" y="437965"/>
                  </a:cubicBezTo>
                  <a:cubicBezTo>
                    <a:pt x="1771543" y="460375"/>
                    <a:pt x="1817121" y="470630"/>
                    <a:pt x="1844848" y="495318"/>
                  </a:cubicBezTo>
                  <a:cubicBezTo>
                    <a:pt x="1864021" y="517040"/>
                    <a:pt x="1879427" y="541816"/>
                    <a:pt x="1890426" y="568624"/>
                  </a:cubicBezTo>
                  <a:cubicBezTo>
                    <a:pt x="1894057" y="581701"/>
                    <a:pt x="1898893" y="594417"/>
                    <a:pt x="1904860" y="606606"/>
                  </a:cubicBezTo>
                  <a:cubicBezTo>
                    <a:pt x="1915874" y="620279"/>
                    <a:pt x="1934865" y="616101"/>
                    <a:pt x="1949678" y="625217"/>
                  </a:cubicBezTo>
                  <a:cubicBezTo>
                    <a:pt x="1964491" y="634333"/>
                    <a:pt x="1961073" y="638511"/>
                    <a:pt x="1967910" y="659781"/>
                  </a:cubicBezTo>
                  <a:cubicBezTo>
                    <a:pt x="1972802" y="675004"/>
                    <a:pt x="1982369" y="688298"/>
                    <a:pt x="1995257" y="697763"/>
                  </a:cubicBezTo>
                  <a:cubicBezTo>
                    <a:pt x="2026159" y="721494"/>
                    <a:pt x="2053529" y="749502"/>
                    <a:pt x="2076538" y="780943"/>
                  </a:cubicBezTo>
                  <a:cubicBezTo>
                    <a:pt x="2085122" y="805814"/>
                    <a:pt x="2087978" y="832299"/>
                    <a:pt x="2084894" y="858427"/>
                  </a:cubicBezTo>
                  <a:cubicBezTo>
                    <a:pt x="2087553" y="896409"/>
                    <a:pt x="2108823" y="931732"/>
                    <a:pt x="2106924" y="969714"/>
                  </a:cubicBezTo>
                  <a:cubicBezTo>
                    <a:pt x="2100733" y="1014138"/>
                    <a:pt x="2091340" y="1058060"/>
                    <a:pt x="2078817" y="1101132"/>
                  </a:cubicBezTo>
                  <a:cubicBezTo>
                    <a:pt x="2075152" y="1137975"/>
                    <a:pt x="2059857" y="1172698"/>
                    <a:pt x="2035138" y="1200265"/>
                  </a:cubicBezTo>
                  <a:cubicBezTo>
                    <a:pt x="1986741" y="1256448"/>
                    <a:pt x="1950993" y="1322381"/>
                    <a:pt x="1930307" y="1393594"/>
                  </a:cubicBezTo>
                  <a:cubicBezTo>
                    <a:pt x="1920432" y="1421321"/>
                    <a:pt x="1930307" y="1472596"/>
                    <a:pt x="1906379" y="1494246"/>
                  </a:cubicBezTo>
                  <a:cubicBezTo>
                    <a:pt x="1882450" y="1515896"/>
                    <a:pt x="1836872" y="1500703"/>
                    <a:pt x="1808765" y="1513237"/>
                  </a:cubicBezTo>
                  <a:cubicBezTo>
                    <a:pt x="1780658" y="1525771"/>
                    <a:pt x="1766225" y="1559575"/>
                    <a:pt x="1732801" y="1564133"/>
                  </a:cubicBezTo>
                  <a:cubicBezTo>
                    <a:pt x="1699377" y="1568691"/>
                    <a:pt x="1672789" y="1538305"/>
                    <a:pt x="1656837" y="1510578"/>
                  </a:cubicBezTo>
                  <a:cubicBezTo>
                    <a:pt x="1624552" y="1537166"/>
                    <a:pt x="1599864" y="1572109"/>
                    <a:pt x="1556184" y="1557296"/>
                  </a:cubicBezTo>
                  <a:cubicBezTo>
                    <a:pt x="1518362" y="1548420"/>
                    <a:pt x="1481079" y="1537386"/>
                    <a:pt x="1444517" y="1524252"/>
                  </a:cubicBezTo>
                  <a:cubicBezTo>
                    <a:pt x="1410918" y="1509374"/>
                    <a:pt x="1389409" y="1475916"/>
                    <a:pt x="1389823" y="1439172"/>
                  </a:cubicBezTo>
                  <a:cubicBezTo>
                    <a:pt x="1386188" y="1420929"/>
                    <a:pt x="1378390" y="1403769"/>
                    <a:pt x="1367034" y="1389036"/>
                  </a:cubicBezTo>
                  <a:cubicBezTo>
                    <a:pt x="1349562" y="1360929"/>
                    <a:pt x="1349942" y="1363968"/>
                    <a:pt x="1317277" y="1372324"/>
                  </a:cubicBezTo>
                  <a:cubicBezTo>
                    <a:pt x="1325626" y="1344722"/>
                    <a:pt x="1316651" y="1314808"/>
                    <a:pt x="1294488" y="1296360"/>
                  </a:cubicBezTo>
                  <a:cubicBezTo>
                    <a:pt x="1283093" y="1320288"/>
                    <a:pt x="1280435" y="1348015"/>
                    <a:pt x="1247770" y="1346876"/>
                  </a:cubicBezTo>
                  <a:cubicBezTo>
                    <a:pt x="1247770" y="1334722"/>
                    <a:pt x="1262583" y="1338900"/>
                    <a:pt x="1264482" y="1329404"/>
                  </a:cubicBezTo>
                  <a:cubicBezTo>
                    <a:pt x="1265063" y="1314724"/>
                    <a:pt x="1266841" y="1300116"/>
                    <a:pt x="1269800" y="1285725"/>
                  </a:cubicBezTo>
                  <a:cubicBezTo>
                    <a:pt x="1275117" y="1270912"/>
                    <a:pt x="1307782" y="1223054"/>
                    <a:pt x="1280435" y="1216217"/>
                  </a:cubicBezTo>
                  <a:cubicBezTo>
                    <a:pt x="1270559" y="1213559"/>
                    <a:pt x="1238655" y="1257998"/>
                    <a:pt x="1229159" y="1265214"/>
                  </a:cubicBezTo>
                  <a:cubicBezTo>
                    <a:pt x="1206810" y="1283955"/>
                    <a:pt x="1186334" y="1304814"/>
                    <a:pt x="1168008" y="1327505"/>
                  </a:cubicBezTo>
                  <a:cubicBezTo>
                    <a:pt x="1153753" y="1296436"/>
                    <a:pt x="1136988" y="1266586"/>
                    <a:pt x="1117872" y="1238247"/>
                  </a:cubicBezTo>
                  <a:cubicBezTo>
                    <a:pt x="1098121" y="1216217"/>
                    <a:pt x="1086726" y="1184313"/>
                    <a:pt x="1060139" y="1171019"/>
                  </a:cubicBezTo>
                  <a:cubicBezTo>
                    <a:pt x="1044980" y="1166210"/>
                    <a:pt x="1029290" y="1163278"/>
                    <a:pt x="1013421" y="1162283"/>
                  </a:cubicBezTo>
                  <a:cubicBezTo>
                    <a:pt x="989872" y="1156966"/>
                    <a:pt x="971261" y="1145951"/>
                    <a:pt x="949231" y="1139114"/>
                  </a:cubicBezTo>
                  <a:cubicBezTo>
                    <a:pt x="909593" y="1130310"/>
                    <a:pt x="868417" y="1131225"/>
                    <a:pt x="829208" y="1141773"/>
                  </a:cubicBezTo>
                  <a:cubicBezTo>
                    <a:pt x="791834" y="1154998"/>
                    <a:pt x="753802" y="1166283"/>
                    <a:pt x="715262" y="1175577"/>
                  </a:cubicBezTo>
                  <a:cubicBezTo>
                    <a:pt x="675723" y="1178266"/>
                    <a:pt x="637053" y="1188449"/>
                    <a:pt x="601316" y="1205583"/>
                  </a:cubicBezTo>
                  <a:cubicBezTo>
                    <a:pt x="584816" y="1211508"/>
                    <a:pt x="569605" y="1220532"/>
                    <a:pt x="556497" y="1232170"/>
                  </a:cubicBezTo>
                  <a:cubicBezTo>
                    <a:pt x="548141" y="1240906"/>
                    <a:pt x="544723" y="1258378"/>
                    <a:pt x="534847" y="1265594"/>
                  </a:cubicBezTo>
                  <a:cubicBezTo>
                    <a:pt x="510159" y="1284585"/>
                    <a:pt x="446729" y="1272051"/>
                    <a:pt x="417483" y="1270912"/>
                  </a:cubicBezTo>
                  <a:cubicBezTo>
                    <a:pt x="382007" y="1266920"/>
                    <a:pt x="346209" y="1274801"/>
                    <a:pt x="315691" y="1293321"/>
                  </a:cubicBezTo>
                  <a:cubicBezTo>
                    <a:pt x="291075" y="1310903"/>
                    <a:pt x="264883" y="1326160"/>
                    <a:pt x="237448" y="1338900"/>
                  </a:cubicBezTo>
                  <a:cubicBezTo>
                    <a:pt x="201745" y="1352193"/>
                    <a:pt x="61211" y="1314211"/>
                    <a:pt x="84760" y="1264455"/>
                  </a:cubicBezTo>
                  <a:cubicBezTo>
                    <a:pt x="88938" y="1256099"/>
                    <a:pt x="104890" y="1249642"/>
                    <a:pt x="110588" y="1239766"/>
                  </a:cubicBezTo>
                  <a:cubicBezTo>
                    <a:pt x="117118" y="1219822"/>
                    <a:pt x="119446" y="1198742"/>
                    <a:pt x="117425" y="1177856"/>
                  </a:cubicBezTo>
                  <a:cubicBezTo>
                    <a:pt x="117425" y="1137595"/>
                    <a:pt x="93876" y="1111387"/>
                    <a:pt x="83241" y="1074165"/>
                  </a:cubicBezTo>
                  <a:cubicBezTo>
                    <a:pt x="79253" y="1039419"/>
                    <a:pt x="71223" y="1005258"/>
                    <a:pt x="59312" y="972373"/>
                  </a:cubicBezTo>
                  <a:cubicBezTo>
                    <a:pt x="39561" y="934391"/>
                    <a:pt x="27027" y="896409"/>
                    <a:pt x="9556" y="858427"/>
                  </a:cubicBezTo>
                  <a:close/>
                </a:path>
              </a:pathLst>
            </a:custGeom>
            <a:grpFill/>
            <a:ln w="37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7" name="Forme libre : forme 56">
              <a:extLst>
                <a:ext uri="{FF2B5EF4-FFF2-40B4-BE49-F238E27FC236}">
                  <a16:creationId xmlns:a16="http://schemas.microsoft.com/office/drawing/2014/main" id="{0B2E9D19-758C-1457-EFC8-C4AC209C66C2}"/>
                </a:ext>
              </a:extLst>
            </p:cNvPr>
            <p:cNvSpPr/>
            <p:nvPr/>
          </p:nvSpPr>
          <p:spPr>
            <a:xfrm>
              <a:off x="2405492" y="4731257"/>
              <a:ext cx="185432" cy="166095"/>
            </a:xfrm>
            <a:custGeom>
              <a:avLst/>
              <a:gdLst>
                <a:gd name="connsiteX0" fmla="*/ 2573 w 185432"/>
                <a:gd name="connsiteY0" fmla="*/ 0 h 166095"/>
                <a:gd name="connsiteX1" fmla="*/ 73220 w 185432"/>
                <a:gd name="connsiteY1" fmla="*/ 20890 h 166095"/>
                <a:gd name="connsiteX2" fmla="*/ 157920 w 185432"/>
                <a:gd name="connsiteY2" fmla="*/ 6077 h 166095"/>
                <a:gd name="connsiteX3" fmla="*/ 157920 w 185432"/>
                <a:gd name="connsiteY3" fmla="*/ 120023 h 166095"/>
                <a:gd name="connsiteX4" fmla="*/ 42075 w 185432"/>
                <a:gd name="connsiteY4" fmla="*/ 132557 h 166095"/>
                <a:gd name="connsiteX5" fmla="*/ 17386 w 185432"/>
                <a:gd name="connsiteY5" fmla="*/ 64190 h 166095"/>
                <a:gd name="connsiteX6" fmla="*/ 2573 w 185432"/>
                <a:gd name="connsiteY6" fmla="*/ 0 h 166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432" h="166095">
                  <a:moveTo>
                    <a:pt x="2573" y="0"/>
                  </a:moveTo>
                  <a:cubicBezTo>
                    <a:pt x="29540" y="0"/>
                    <a:pt x="48152" y="16332"/>
                    <a:pt x="73220" y="20890"/>
                  </a:cubicBezTo>
                  <a:cubicBezTo>
                    <a:pt x="98288" y="25448"/>
                    <a:pt x="128674" y="5697"/>
                    <a:pt x="157920" y="6077"/>
                  </a:cubicBezTo>
                  <a:cubicBezTo>
                    <a:pt x="208436" y="6077"/>
                    <a:pt x="177670" y="93056"/>
                    <a:pt x="157920" y="120023"/>
                  </a:cubicBezTo>
                  <a:cubicBezTo>
                    <a:pt x="125255" y="168260"/>
                    <a:pt x="77018" y="188011"/>
                    <a:pt x="42075" y="132557"/>
                  </a:cubicBezTo>
                  <a:cubicBezTo>
                    <a:pt x="32435" y="110304"/>
                    <a:pt x="24189" y="87469"/>
                    <a:pt x="17386" y="64190"/>
                  </a:cubicBezTo>
                  <a:cubicBezTo>
                    <a:pt x="6751" y="41780"/>
                    <a:pt x="-5403" y="26967"/>
                    <a:pt x="2573" y="0"/>
                  </a:cubicBezTo>
                  <a:close/>
                </a:path>
              </a:pathLst>
            </a:custGeom>
            <a:grpFill/>
            <a:ln w="37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C5372BC6-DFB7-BE3C-8FFB-2F97F7F0FECA}"/>
              </a:ext>
            </a:extLst>
          </p:cNvPr>
          <p:cNvSpPr txBox="1"/>
          <p:nvPr/>
        </p:nvSpPr>
        <p:spPr>
          <a:xfrm>
            <a:off x="2021963" y="3903435"/>
            <a:ext cx="1269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rgbClr val="3E513C"/>
                </a:solidFill>
                <a:latin typeface="Amasis MT Pro Black" panose="02040A04050005020304" pitchFamily="18" charset="0"/>
              </a:rPr>
              <a:t>1 Tribe</a:t>
            </a:r>
          </a:p>
        </p:txBody>
      </p:sp>
      <p:pic>
        <p:nvPicPr>
          <p:cNvPr id="15" name="Graphique 14" descr="Enfant avec ballon avec un remplissage uni">
            <a:extLst>
              <a:ext uri="{FF2B5EF4-FFF2-40B4-BE49-F238E27FC236}">
                <a16:creationId xmlns:a16="http://schemas.microsoft.com/office/drawing/2014/main" id="{1906832E-CAF8-5EDE-96AC-521B93CB21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38516" y="5891749"/>
            <a:ext cx="771353" cy="771353"/>
          </a:xfrm>
          <a:prstGeom prst="rect">
            <a:avLst/>
          </a:prstGeom>
        </p:spPr>
      </p:pic>
      <p:pic>
        <p:nvPicPr>
          <p:cNvPr id="17" name="Graphique 16" descr="Famille avec un garçon avec un remplissage uni">
            <a:extLst>
              <a:ext uri="{FF2B5EF4-FFF2-40B4-BE49-F238E27FC236}">
                <a16:creationId xmlns:a16="http://schemas.microsoft.com/office/drawing/2014/main" id="{EA259148-8335-BE85-7A35-95FB4F5C30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4362" y="5005791"/>
            <a:ext cx="719848" cy="719848"/>
          </a:xfrm>
          <a:prstGeom prst="rect">
            <a:avLst/>
          </a:prstGeom>
        </p:spPr>
      </p:pic>
      <p:pic>
        <p:nvPicPr>
          <p:cNvPr id="19" name="Graphique 18" descr="Famille avec deux enfants avec un remplissage uni">
            <a:extLst>
              <a:ext uri="{FF2B5EF4-FFF2-40B4-BE49-F238E27FC236}">
                <a16:creationId xmlns:a16="http://schemas.microsoft.com/office/drawing/2014/main" id="{46170923-72D4-5F6C-6460-DAAA231D22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6673" y="4229552"/>
            <a:ext cx="989400" cy="989400"/>
          </a:xfrm>
          <a:prstGeom prst="rect">
            <a:avLst/>
          </a:prstGeom>
        </p:spPr>
      </p:pic>
      <p:pic>
        <p:nvPicPr>
          <p:cNvPr id="21" name="Graphique 20" descr="Femme avec bébé avec un remplissage uni">
            <a:extLst>
              <a:ext uri="{FF2B5EF4-FFF2-40B4-BE49-F238E27FC236}">
                <a16:creationId xmlns:a16="http://schemas.microsoft.com/office/drawing/2014/main" id="{E0D4B280-7FE0-1115-1C42-F55F06C3EF2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82833" y="5917826"/>
            <a:ext cx="774750" cy="774750"/>
          </a:xfrm>
          <a:prstGeom prst="rect">
            <a:avLst/>
          </a:prstGeom>
        </p:spPr>
      </p:pic>
      <p:pic>
        <p:nvPicPr>
          <p:cNvPr id="23" name="Graphique 22" descr="Homme avec bébé avec un remplissage uni">
            <a:extLst>
              <a:ext uri="{FF2B5EF4-FFF2-40B4-BE49-F238E27FC236}">
                <a16:creationId xmlns:a16="http://schemas.microsoft.com/office/drawing/2014/main" id="{A2F9FF0C-D6B5-9702-FC43-1F046697CBF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81913" y="5064285"/>
            <a:ext cx="655620" cy="655620"/>
          </a:xfrm>
          <a:prstGeom prst="rect">
            <a:avLst/>
          </a:prstGeom>
        </p:spPr>
      </p:pic>
      <p:pic>
        <p:nvPicPr>
          <p:cNvPr id="25" name="Graphique 24" descr="Homme avec enfant avec un remplissage uni">
            <a:extLst>
              <a:ext uri="{FF2B5EF4-FFF2-40B4-BE49-F238E27FC236}">
                <a16:creationId xmlns:a16="http://schemas.microsoft.com/office/drawing/2014/main" id="{3660F6A1-DC84-83B6-DAA6-4738A892068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954132" y="4761656"/>
            <a:ext cx="774750" cy="774750"/>
          </a:xfrm>
          <a:prstGeom prst="rect">
            <a:avLst/>
          </a:prstGeom>
        </p:spPr>
      </p:pic>
      <p:pic>
        <p:nvPicPr>
          <p:cNvPr id="30" name="Graphique 29" descr="Hiérarchie avec un remplissage uni">
            <a:extLst>
              <a:ext uri="{FF2B5EF4-FFF2-40B4-BE49-F238E27FC236}">
                <a16:creationId xmlns:a16="http://schemas.microsoft.com/office/drawing/2014/main" id="{64594A47-3943-CA3B-04C9-FCFEB9B93D1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809244" y="3945177"/>
            <a:ext cx="914400" cy="914400"/>
          </a:xfrm>
          <a:prstGeom prst="rect">
            <a:avLst/>
          </a:prstGeom>
        </p:spPr>
      </p:pic>
      <p:pic>
        <p:nvPicPr>
          <p:cNvPr id="32" name="Graphique 31" descr="Images avec un remplissage uni">
            <a:extLst>
              <a:ext uri="{FF2B5EF4-FFF2-40B4-BE49-F238E27FC236}">
                <a16:creationId xmlns:a16="http://schemas.microsoft.com/office/drawing/2014/main" id="{6B5A9289-28DC-B671-51CA-F9F52E2624E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700666" y="4428092"/>
            <a:ext cx="408316" cy="408316"/>
          </a:xfrm>
          <a:prstGeom prst="rect">
            <a:avLst/>
          </a:prstGeom>
        </p:spPr>
      </p:pic>
      <p:pic>
        <p:nvPicPr>
          <p:cNvPr id="42" name="Graphique 41" descr="Homme avec canne avec un remplissage uni">
            <a:extLst>
              <a:ext uri="{FF2B5EF4-FFF2-40B4-BE49-F238E27FC236}">
                <a16:creationId xmlns:a16="http://schemas.microsoft.com/office/drawing/2014/main" id="{C3F1F8C7-0A71-3D60-D2DF-27ED43D23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231023" y="1996119"/>
            <a:ext cx="721145" cy="721145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2390B661-3ED4-0D83-A8BE-02102AC8A22F}"/>
              </a:ext>
            </a:extLst>
          </p:cNvPr>
          <p:cNvSpPr/>
          <p:nvPr/>
        </p:nvSpPr>
        <p:spPr>
          <a:xfrm>
            <a:off x="6887884" y="4603786"/>
            <a:ext cx="191507" cy="137710"/>
          </a:xfrm>
          <a:prstGeom prst="rect">
            <a:avLst/>
          </a:prstGeom>
          <a:solidFill>
            <a:srgbClr val="3E51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F54581E-6180-7189-CECD-F7A206D59F51}"/>
              </a:ext>
            </a:extLst>
          </p:cNvPr>
          <p:cNvSpPr/>
          <p:nvPr/>
        </p:nvSpPr>
        <p:spPr>
          <a:xfrm>
            <a:off x="7174178" y="4603895"/>
            <a:ext cx="191507" cy="137710"/>
          </a:xfrm>
          <a:prstGeom prst="rect">
            <a:avLst/>
          </a:prstGeom>
          <a:solidFill>
            <a:srgbClr val="3E51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DA2BA8F-1D8F-0F4D-F7F9-99E006A18DB8}"/>
              </a:ext>
            </a:extLst>
          </p:cNvPr>
          <p:cNvSpPr/>
          <p:nvPr/>
        </p:nvSpPr>
        <p:spPr>
          <a:xfrm>
            <a:off x="7458499" y="4603786"/>
            <a:ext cx="191507" cy="137710"/>
          </a:xfrm>
          <a:prstGeom prst="rect">
            <a:avLst/>
          </a:prstGeom>
          <a:solidFill>
            <a:srgbClr val="3E51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917877C-D4D8-AF01-F93F-296A46022876}"/>
              </a:ext>
            </a:extLst>
          </p:cNvPr>
          <p:cNvSpPr/>
          <p:nvPr/>
        </p:nvSpPr>
        <p:spPr>
          <a:xfrm>
            <a:off x="7174178" y="4069675"/>
            <a:ext cx="191507" cy="137710"/>
          </a:xfrm>
          <a:prstGeom prst="rect">
            <a:avLst/>
          </a:prstGeom>
          <a:solidFill>
            <a:srgbClr val="8E76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fleur, conception, plante&#10;&#10;Le contenu généré par l’IA peut être incorrect.">
            <a:extLst>
              <a:ext uri="{FF2B5EF4-FFF2-40B4-BE49-F238E27FC236}">
                <a16:creationId xmlns:a16="http://schemas.microsoft.com/office/drawing/2014/main" id="{1DF0EB7A-50C6-385B-1BAC-D44DCA9F909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1410" y="3042306"/>
            <a:ext cx="1109409" cy="97752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9" name="Phylactère : pensées 68">
            <a:extLst>
              <a:ext uri="{FF2B5EF4-FFF2-40B4-BE49-F238E27FC236}">
                <a16:creationId xmlns:a16="http://schemas.microsoft.com/office/drawing/2014/main" id="{36B10AAF-2DCD-8D21-BAAE-F04EACE31673}"/>
              </a:ext>
            </a:extLst>
          </p:cNvPr>
          <p:cNvSpPr/>
          <p:nvPr/>
        </p:nvSpPr>
        <p:spPr>
          <a:xfrm>
            <a:off x="4305156" y="4314115"/>
            <a:ext cx="999240" cy="604261"/>
          </a:xfrm>
          <a:prstGeom prst="cloudCallou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4086BA5A-5F7B-C825-9D7A-2C5221BAA077}"/>
              </a:ext>
            </a:extLst>
          </p:cNvPr>
          <p:cNvSpPr txBox="1"/>
          <p:nvPr/>
        </p:nvSpPr>
        <p:spPr>
          <a:xfrm>
            <a:off x="6631460" y="4667195"/>
            <a:ext cx="1269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rgbClr val="3E513C"/>
                </a:solidFill>
                <a:latin typeface="Amasis MT Pro Black" panose="02040A04050005020304" pitchFamily="18" charset="0"/>
              </a:rPr>
              <a:t>1 Tribe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D71F4DBD-1B52-E053-5558-10F32BC3D8E1}"/>
              </a:ext>
            </a:extLst>
          </p:cNvPr>
          <p:cNvSpPr txBox="1"/>
          <p:nvPr/>
        </p:nvSpPr>
        <p:spPr>
          <a:xfrm>
            <a:off x="9344823" y="2722370"/>
            <a:ext cx="1715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rgbClr val="8E7653"/>
                </a:solidFill>
                <a:latin typeface="Amasis MT Pro Black" panose="02040A04050005020304" pitchFamily="18" charset="0"/>
              </a:rPr>
              <a:t>1 Newspaper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356CFC55-8909-2A5E-1249-B75B4E47B645}"/>
              </a:ext>
            </a:extLst>
          </p:cNvPr>
          <p:cNvSpPr txBox="1"/>
          <p:nvPr/>
        </p:nvSpPr>
        <p:spPr>
          <a:xfrm>
            <a:off x="6564969" y="2134185"/>
            <a:ext cx="1269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>
                <a:solidFill>
                  <a:srgbClr val="3E513C"/>
                </a:solidFill>
                <a:latin typeface="Amasis MT Pro Black" panose="02040A04050005020304" pitchFamily="18" charset="0"/>
              </a:rPr>
              <a:t>1 App</a:t>
            </a:r>
          </a:p>
        </p:txBody>
      </p:sp>
      <p:grpSp>
        <p:nvGrpSpPr>
          <p:cNvPr id="81" name="Groupe 80">
            <a:extLst>
              <a:ext uri="{FF2B5EF4-FFF2-40B4-BE49-F238E27FC236}">
                <a16:creationId xmlns:a16="http://schemas.microsoft.com/office/drawing/2014/main" id="{29C685F4-136C-ADCF-6AA4-FF6636C6B52E}"/>
              </a:ext>
            </a:extLst>
          </p:cNvPr>
          <p:cNvGrpSpPr/>
          <p:nvPr/>
        </p:nvGrpSpPr>
        <p:grpSpPr>
          <a:xfrm>
            <a:off x="10232490" y="4362772"/>
            <a:ext cx="578268" cy="578268"/>
            <a:chOff x="11282810" y="3629117"/>
            <a:chExt cx="578268" cy="578268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FFA10AB-6542-23A2-F6CB-F132EE206013}"/>
                </a:ext>
              </a:extLst>
            </p:cNvPr>
            <p:cNvSpPr/>
            <p:nvPr/>
          </p:nvSpPr>
          <p:spPr>
            <a:xfrm>
              <a:off x="11386406" y="3728863"/>
              <a:ext cx="371076" cy="3491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78" name="Graphique 77" descr="Lettre d’amour avec un remplissage uni">
              <a:extLst>
                <a:ext uri="{FF2B5EF4-FFF2-40B4-BE49-F238E27FC236}">
                  <a16:creationId xmlns:a16="http://schemas.microsoft.com/office/drawing/2014/main" id="{648189D2-879C-401D-7A66-929627918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1282810" y="3629117"/>
              <a:ext cx="578268" cy="578268"/>
            </a:xfrm>
            <a:prstGeom prst="rect">
              <a:avLst/>
            </a:prstGeom>
          </p:spPr>
        </p:pic>
      </p:grpSp>
      <p:pic>
        <p:nvPicPr>
          <p:cNvPr id="80" name="Image 79" descr="Une image contenant fleur, conception, plante&#10;&#10;Le contenu généré par l’IA peut être incorrect.">
            <a:extLst>
              <a:ext uri="{FF2B5EF4-FFF2-40B4-BE49-F238E27FC236}">
                <a16:creationId xmlns:a16="http://schemas.microsoft.com/office/drawing/2014/main" id="{B558E5ED-1CB9-5DB0-8887-18DB7912BFC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329" y="3633794"/>
            <a:ext cx="753649" cy="664054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95" name="Groupe 94">
            <a:extLst>
              <a:ext uri="{FF2B5EF4-FFF2-40B4-BE49-F238E27FC236}">
                <a16:creationId xmlns:a16="http://schemas.microsoft.com/office/drawing/2014/main" id="{BE0CFC45-7070-078F-52ED-7F7345477C3B}"/>
              </a:ext>
            </a:extLst>
          </p:cNvPr>
          <p:cNvGrpSpPr/>
          <p:nvPr/>
        </p:nvGrpSpPr>
        <p:grpSpPr>
          <a:xfrm>
            <a:off x="5779667" y="-545214"/>
            <a:ext cx="1754603" cy="2278709"/>
            <a:chOff x="4916578" y="-428306"/>
            <a:chExt cx="1754603" cy="2278709"/>
          </a:xfrm>
        </p:grpSpPr>
        <p:pic>
          <p:nvPicPr>
            <p:cNvPr id="40" name="Graphique 39" descr="Paie avec un remplissage uni">
              <a:extLst>
                <a:ext uri="{FF2B5EF4-FFF2-40B4-BE49-F238E27FC236}">
                  <a16:creationId xmlns:a16="http://schemas.microsoft.com/office/drawing/2014/main" id="{37D6A77E-FF33-3CA6-927B-9E362E96E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916578" y="95800"/>
              <a:ext cx="1754603" cy="1754603"/>
            </a:xfrm>
            <a:prstGeom prst="rect">
              <a:avLst/>
            </a:prstGeom>
          </p:spPr>
        </p:pic>
        <p:pic>
          <p:nvPicPr>
            <p:cNvPr id="94" name="Image 93">
              <a:extLst>
                <a:ext uri="{FF2B5EF4-FFF2-40B4-BE49-F238E27FC236}">
                  <a16:creationId xmlns:a16="http://schemas.microsoft.com/office/drawing/2014/main" id="{F5FB98AD-D531-FFFF-AA85-72A866F18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rcRect l="19872" r="22265" b="38515"/>
            <a:stretch>
              <a:fillRect/>
            </a:stretch>
          </p:blipFill>
          <p:spPr>
            <a:xfrm>
              <a:off x="5108982" y="-428306"/>
              <a:ext cx="1333896" cy="1389824"/>
            </a:xfrm>
            <a:prstGeom prst="roundRect">
              <a:avLst>
                <a:gd name="adj" fmla="val 20951"/>
              </a:avLst>
            </a:prstGeom>
          </p:spPr>
        </p:pic>
      </p:grpSp>
      <p:grpSp>
        <p:nvGrpSpPr>
          <p:cNvPr id="96" name="Groupe 95">
            <a:extLst>
              <a:ext uri="{FF2B5EF4-FFF2-40B4-BE49-F238E27FC236}">
                <a16:creationId xmlns:a16="http://schemas.microsoft.com/office/drawing/2014/main" id="{A21C901E-525D-81DA-4280-BD91BA343FFF}"/>
              </a:ext>
            </a:extLst>
          </p:cNvPr>
          <p:cNvGrpSpPr/>
          <p:nvPr/>
        </p:nvGrpSpPr>
        <p:grpSpPr>
          <a:xfrm>
            <a:off x="2785348" y="1260604"/>
            <a:ext cx="816992" cy="1096087"/>
            <a:chOff x="4916578" y="-428306"/>
            <a:chExt cx="1754603" cy="2278709"/>
          </a:xfrm>
        </p:grpSpPr>
        <p:pic>
          <p:nvPicPr>
            <p:cNvPr id="97" name="Graphique 96" descr="Paie avec un remplissage uni">
              <a:extLst>
                <a:ext uri="{FF2B5EF4-FFF2-40B4-BE49-F238E27FC236}">
                  <a16:creationId xmlns:a16="http://schemas.microsoft.com/office/drawing/2014/main" id="{887739E9-7116-5759-9F4C-1983B4359C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916578" y="95800"/>
              <a:ext cx="1754603" cy="1754603"/>
            </a:xfrm>
            <a:prstGeom prst="rect">
              <a:avLst/>
            </a:prstGeom>
          </p:spPr>
        </p:pic>
        <p:pic>
          <p:nvPicPr>
            <p:cNvPr id="98" name="Image 97">
              <a:extLst>
                <a:ext uri="{FF2B5EF4-FFF2-40B4-BE49-F238E27FC236}">
                  <a16:creationId xmlns:a16="http://schemas.microsoft.com/office/drawing/2014/main" id="{6A25AD38-3CD4-FF0D-F2DF-FAEA06D9CD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rcRect l="19872" r="22265" b="38515"/>
            <a:stretch>
              <a:fillRect/>
            </a:stretch>
          </p:blipFill>
          <p:spPr>
            <a:xfrm>
              <a:off x="5108982" y="-428306"/>
              <a:ext cx="1333896" cy="1389824"/>
            </a:xfrm>
            <a:prstGeom prst="roundRect">
              <a:avLst>
                <a:gd name="adj" fmla="val 20951"/>
              </a:avLst>
            </a:prstGeom>
          </p:spPr>
        </p:pic>
      </p:grpSp>
    </p:spTree>
    <p:extLst>
      <p:ext uri="{BB962C8B-B14F-4D97-AF65-F5344CB8AC3E}">
        <p14:creationId xmlns:p14="http://schemas.microsoft.com/office/powerpoint/2010/main" val="263803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74A6B-DFB6-3906-5BC1-070A13877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rme libre : forme 10">
            <a:extLst>
              <a:ext uri="{FF2B5EF4-FFF2-40B4-BE49-F238E27FC236}">
                <a16:creationId xmlns:a16="http://schemas.microsoft.com/office/drawing/2014/main" id="{1AEE0F9A-DF13-325A-7B33-BE608208D4C8}"/>
              </a:ext>
            </a:extLst>
          </p:cNvPr>
          <p:cNvSpPr/>
          <p:nvPr/>
        </p:nvSpPr>
        <p:spPr>
          <a:xfrm rot="2747990" flipH="1">
            <a:off x="7174834" y="5828688"/>
            <a:ext cx="1365853" cy="1710627"/>
          </a:xfrm>
          <a:custGeom>
            <a:avLst/>
            <a:gdLst>
              <a:gd name="connsiteX0" fmla="*/ 1291309 w 1365853"/>
              <a:gd name="connsiteY0" fmla="*/ 1547776 h 1710627"/>
              <a:gd name="connsiteX1" fmla="*/ 395866 w 1365853"/>
              <a:gd name="connsiteY1" fmla="*/ 489751 h 1710627"/>
              <a:gd name="connsiteX2" fmla="*/ 415673 w 1365853"/>
              <a:gd name="connsiteY2" fmla="*/ 296219 h 1710627"/>
              <a:gd name="connsiteX3" fmla="*/ 418974 w 1365853"/>
              <a:gd name="connsiteY3" fmla="*/ 296219 h 1710627"/>
              <a:gd name="connsiteX4" fmla="*/ 494488 w 1365853"/>
              <a:gd name="connsiteY4" fmla="*/ 427028 h 1710627"/>
              <a:gd name="connsiteX5" fmla="*/ 607347 w 1365853"/>
              <a:gd name="connsiteY5" fmla="*/ 457358 h 1710627"/>
              <a:gd name="connsiteX6" fmla="*/ 637677 w 1365853"/>
              <a:gd name="connsiteY6" fmla="*/ 344499 h 1710627"/>
              <a:gd name="connsiteX7" fmla="*/ 462302 w 1365853"/>
              <a:gd name="connsiteY7" fmla="*/ 41204 h 1710627"/>
              <a:gd name="connsiteX8" fmla="*/ 412372 w 1365853"/>
              <a:gd name="connsiteY8" fmla="*/ 2828 h 1710627"/>
              <a:gd name="connsiteX9" fmla="*/ 349649 w 1365853"/>
              <a:gd name="connsiteY9" fmla="*/ 11081 h 1710627"/>
              <a:gd name="connsiteX10" fmla="*/ 44291 w 1365853"/>
              <a:gd name="connsiteY10" fmla="*/ 187281 h 1710627"/>
              <a:gd name="connsiteX11" fmla="*/ 9418 w 1365853"/>
              <a:gd name="connsiteY11" fmla="*/ 298662 h 1710627"/>
              <a:gd name="connsiteX12" fmla="*/ 120800 w 1365853"/>
              <a:gd name="connsiteY12" fmla="*/ 333535 h 1710627"/>
              <a:gd name="connsiteX13" fmla="*/ 126820 w 1365853"/>
              <a:gd name="connsiteY13" fmla="*/ 330056 h 1710627"/>
              <a:gd name="connsiteX14" fmla="*/ 253090 w 1365853"/>
              <a:gd name="connsiteY14" fmla="*/ 257018 h 1710627"/>
              <a:gd name="connsiteX15" fmla="*/ 230807 w 1365853"/>
              <a:gd name="connsiteY15" fmla="*/ 489751 h 1710627"/>
              <a:gd name="connsiteX16" fmla="*/ 1262424 w 1365853"/>
              <a:gd name="connsiteY16" fmla="*/ 1710359 h 1710627"/>
              <a:gd name="connsiteX17" fmla="*/ 1276454 w 1365853"/>
              <a:gd name="connsiteY17" fmla="*/ 1710359 h 1710627"/>
              <a:gd name="connsiteX18" fmla="*/ 1365585 w 1365853"/>
              <a:gd name="connsiteY18" fmla="*/ 1634432 h 1710627"/>
              <a:gd name="connsiteX19" fmla="*/ 1289658 w 1365853"/>
              <a:gd name="connsiteY19" fmla="*/ 1545301 h 1710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365853" h="1710627">
                <a:moveTo>
                  <a:pt x="1291309" y="1547776"/>
                </a:moveTo>
                <a:cubicBezTo>
                  <a:pt x="773685" y="1462540"/>
                  <a:pt x="394360" y="1014344"/>
                  <a:pt x="395866" y="489751"/>
                </a:cubicBezTo>
                <a:cubicBezTo>
                  <a:pt x="396646" y="424775"/>
                  <a:pt x="403273" y="360006"/>
                  <a:pt x="415673" y="296219"/>
                </a:cubicBezTo>
                <a:lnTo>
                  <a:pt x="418974" y="296219"/>
                </a:lnTo>
                <a:lnTo>
                  <a:pt x="494488" y="427028"/>
                </a:lnTo>
                <a:cubicBezTo>
                  <a:pt x="517279" y="466568"/>
                  <a:pt x="567807" y="480148"/>
                  <a:pt x="607347" y="457358"/>
                </a:cubicBezTo>
                <a:cubicBezTo>
                  <a:pt x="646887" y="434567"/>
                  <a:pt x="660467" y="384039"/>
                  <a:pt x="637677" y="344499"/>
                </a:cubicBezTo>
                <a:lnTo>
                  <a:pt x="462302" y="41204"/>
                </a:lnTo>
                <a:cubicBezTo>
                  <a:pt x="451383" y="22317"/>
                  <a:pt x="433433" y="8518"/>
                  <a:pt x="412372" y="2828"/>
                </a:cubicBezTo>
                <a:cubicBezTo>
                  <a:pt x="391199" y="-2863"/>
                  <a:pt x="368631" y="108"/>
                  <a:pt x="349649" y="11081"/>
                </a:cubicBezTo>
                <a:lnTo>
                  <a:pt x="44291" y="187281"/>
                </a:lnTo>
                <a:cubicBezTo>
                  <a:pt x="3905" y="208408"/>
                  <a:pt x="-11709" y="258277"/>
                  <a:pt x="9418" y="298662"/>
                </a:cubicBezTo>
                <a:cubicBezTo>
                  <a:pt x="30546" y="339052"/>
                  <a:pt x="80414" y="354663"/>
                  <a:pt x="120800" y="333535"/>
                </a:cubicBezTo>
                <a:cubicBezTo>
                  <a:pt x="122855" y="332462"/>
                  <a:pt x="124864" y="331303"/>
                  <a:pt x="126820" y="330056"/>
                </a:cubicBezTo>
                <a:lnTo>
                  <a:pt x="253090" y="257018"/>
                </a:lnTo>
                <a:cubicBezTo>
                  <a:pt x="238404" y="333729"/>
                  <a:pt x="230943" y="411649"/>
                  <a:pt x="230807" y="489751"/>
                </a:cubicBezTo>
                <a:cubicBezTo>
                  <a:pt x="228934" y="1094509"/>
                  <a:pt x="665811" y="1611423"/>
                  <a:pt x="1262424" y="1710359"/>
                </a:cubicBezTo>
                <a:lnTo>
                  <a:pt x="1276454" y="1710359"/>
                </a:lnTo>
                <a:cubicBezTo>
                  <a:pt x="1322035" y="1714007"/>
                  <a:pt x="1361937" y="1680013"/>
                  <a:pt x="1365585" y="1634432"/>
                </a:cubicBezTo>
                <a:cubicBezTo>
                  <a:pt x="1369233" y="1588851"/>
                  <a:pt x="1335239" y="1548948"/>
                  <a:pt x="1289658" y="1545301"/>
                </a:cubicBezTo>
                <a:close/>
              </a:path>
            </a:pathLst>
          </a:custGeom>
          <a:solidFill>
            <a:srgbClr val="000000"/>
          </a:solidFill>
          <a:ln w="4117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pic>
        <p:nvPicPr>
          <p:cNvPr id="38" name="Graphique 37" descr="Réseau en ligne avec un remplissage uni">
            <a:extLst>
              <a:ext uri="{FF2B5EF4-FFF2-40B4-BE49-F238E27FC236}">
                <a16:creationId xmlns:a16="http://schemas.microsoft.com/office/drawing/2014/main" id="{E30D879D-5BF9-CEDD-F164-AE10AF767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7222" y="3583776"/>
            <a:ext cx="2665660" cy="2665660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7F75E185-4946-E2D5-FA7B-4A05D0603041}"/>
              </a:ext>
            </a:extLst>
          </p:cNvPr>
          <p:cNvSpPr/>
          <p:nvPr/>
        </p:nvSpPr>
        <p:spPr>
          <a:xfrm>
            <a:off x="8647751" y="4110972"/>
            <a:ext cx="1172018" cy="16465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7" name="Groupe 66">
            <a:extLst>
              <a:ext uri="{FF2B5EF4-FFF2-40B4-BE49-F238E27FC236}">
                <a16:creationId xmlns:a16="http://schemas.microsoft.com/office/drawing/2014/main" id="{CDB8FF09-0EC9-4FEE-9922-F9B538E70363}"/>
              </a:ext>
            </a:extLst>
          </p:cNvPr>
          <p:cNvGrpSpPr>
            <a:grpSpLocks noChangeAspect="1"/>
          </p:cNvGrpSpPr>
          <p:nvPr/>
        </p:nvGrpSpPr>
        <p:grpSpPr>
          <a:xfrm>
            <a:off x="2082161" y="3556523"/>
            <a:ext cx="4846199" cy="4278292"/>
            <a:chOff x="758445" y="3037225"/>
            <a:chExt cx="2107043" cy="1860127"/>
          </a:xfrm>
          <a:solidFill>
            <a:srgbClr val="F0E8DD"/>
          </a:solidFill>
        </p:grpSpPr>
        <p:sp>
          <p:nvSpPr>
            <p:cNvPr id="53" name="Forme libre : forme 52">
              <a:extLst>
                <a:ext uri="{FF2B5EF4-FFF2-40B4-BE49-F238E27FC236}">
                  <a16:creationId xmlns:a16="http://schemas.microsoft.com/office/drawing/2014/main" id="{4EE747B8-41DC-3BFE-2759-9C54645B163D}"/>
                </a:ext>
              </a:extLst>
            </p:cNvPr>
            <p:cNvSpPr/>
            <p:nvPr/>
          </p:nvSpPr>
          <p:spPr>
            <a:xfrm>
              <a:off x="758445" y="3037225"/>
              <a:ext cx="2107043" cy="1564589"/>
            </a:xfrm>
            <a:custGeom>
              <a:avLst/>
              <a:gdLst>
                <a:gd name="connsiteX0" fmla="*/ 9556 w 2107043"/>
                <a:gd name="connsiteY0" fmla="*/ 858427 h 1564589"/>
                <a:gd name="connsiteX1" fmla="*/ 9556 w 2107043"/>
                <a:gd name="connsiteY1" fmla="*/ 757774 h 1564589"/>
                <a:gd name="connsiteX2" fmla="*/ 5757 w 2107043"/>
                <a:gd name="connsiteY2" fmla="*/ 687507 h 1564589"/>
                <a:gd name="connsiteX3" fmla="*/ 16392 w 2107043"/>
                <a:gd name="connsiteY3" fmla="*/ 605466 h 1564589"/>
                <a:gd name="connsiteX4" fmla="*/ 48677 w 2107043"/>
                <a:gd name="connsiteY4" fmla="*/ 605466 h 1564589"/>
                <a:gd name="connsiteX5" fmla="*/ 80582 w 2107043"/>
                <a:gd name="connsiteY5" fmla="*/ 575840 h 1564589"/>
                <a:gd name="connsiteX6" fmla="*/ 137935 w 2107043"/>
                <a:gd name="connsiteY6" fmla="*/ 537858 h 1564589"/>
                <a:gd name="connsiteX7" fmla="*/ 222635 w 2107043"/>
                <a:gd name="connsiteY7" fmla="*/ 519247 h 1564589"/>
                <a:gd name="connsiteX8" fmla="*/ 307715 w 2107043"/>
                <a:gd name="connsiteY8" fmla="*/ 486582 h 1564589"/>
                <a:gd name="connsiteX9" fmla="*/ 390515 w 2107043"/>
                <a:gd name="connsiteY9" fmla="*/ 464173 h 1564589"/>
                <a:gd name="connsiteX10" fmla="*/ 444450 w 2107043"/>
                <a:gd name="connsiteY10" fmla="*/ 399224 h 1564589"/>
                <a:gd name="connsiteX11" fmla="*/ 458883 w 2107043"/>
                <a:gd name="connsiteY11" fmla="*/ 334654 h 1564589"/>
                <a:gd name="connsiteX12" fmla="*/ 481293 w 2107043"/>
                <a:gd name="connsiteY12" fmla="*/ 310726 h 1564589"/>
                <a:gd name="connsiteX13" fmla="*/ 519275 w 2107043"/>
                <a:gd name="connsiteY13" fmla="*/ 338832 h 1564589"/>
                <a:gd name="connsiteX14" fmla="*/ 533708 w 2107043"/>
                <a:gd name="connsiteY14" fmla="*/ 284898 h 1564589"/>
                <a:gd name="connsiteX15" fmla="*/ 577007 w 2107043"/>
                <a:gd name="connsiteY15" fmla="*/ 287936 h 1564589"/>
                <a:gd name="connsiteX16" fmla="*/ 583084 w 2107043"/>
                <a:gd name="connsiteY16" fmla="*/ 241218 h 1564589"/>
                <a:gd name="connsiteX17" fmla="*/ 610052 w 2107043"/>
                <a:gd name="connsiteY17" fmla="*/ 220328 h 1564589"/>
                <a:gd name="connsiteX18" fmla="*/ 626764 w 2107043"/>
                <a:gd name="connsiteY18" fmla="*/ 191082 h 1564589"/>
                <a:gd name="connsiteX19" fmla="*/ 709185 w 2107043"/>
                <a:gd name="connsiteY19" fmla="*/ 153100 h 1564589"/>
                <a:gd name="connsiteX20" fmla="*/ 780971 w 2107043"/>
                <a:gd name="connsiteY20" fmla="*/ 210073 h 1564589"/>
                <a:gd name="connsiteX21" fmla="*/ 835285 w 2107043"/>
                <a:gd name="connsiteY21" fmla="*/ 210073 h 1564589"/>
                <a:gd name="connsiteX22" fmla="*/ 847060 w 2107043"/>
                <a:gd name="connsiteY22" fmla="*/ 187284 h 1564589"/>
                <a:gd name="connsiteX23" fmla="*/ 847060 w 2107043"/>
                <a:gd name="connsiteY23" fmla="*/ 160696 h 1564589"/>
                <a:gd name="connsiteX24" fmla="*/ 872128 w 2107043"/>
                <a:gd name="connsiteY24" fmla="*/ 125753 h 1564589"/>
                <a:gd name="connsiteX25" fmla="*/ 923783 w 2107043"/>
                <a:gd name="connsiteY25" fmla="*/ 69160 h 1564589"/>
                <a:gd name="connsiteX26" fmla="*/ 995190 w 2107043"/>
                <a:gd name="connsiteY26" fmla="*/ 58525 h 1564589"/>
                <a:gd name="connsiteX27" fmla="*/ 1008103 w 2107043"/>
                <a:gd name="connsiteY27" fmla="*/ 37255 h 1564589"/>
                <a:gd name="connsiteX28" fmla="*/ 1021777 w 2107043"/>
                <a:gd name="connsiteY28" fmla="*/ 27759 h 1564589"/>
                <a:gd name="connsiteX29" fmla="*/ 1047985 w 2107043"/>
                <a:gd name="connsiteY29" fmla="*/ 36875 h 1564589"/>
                <a:gd name="connsiteX30" fmla="*/ 1157373 w 2107043"/>
                <a:gd name="connsiteY30" fmla="*/ 60044 h 1564589"/>
                <a:gd name="connsiteX31" fmla="*/ 1192316 w 2107043"/>
                <a:gd name="connsiteY31" fmla="*/ 70299 h 1564589"/>
                <a:gd name="connsiteX32" fmla="*/ 1216625 w 2107043"/>
                <a:gd name="connsiteY32" fmla="*/ 64222 h 1564589"/>
                <a:gd name="connsiteX33" fmla="*/ 1178643 w 2107043"/>
                <a:gd name="connsiteY33" fmla="*/ 127652 h 1564589"/>
                <a:gd name="connsiteX34" fmla="*/ 1169527 w 2107043"/>
                <a:gd name="connsiteY34" fmla="*/ 168673 h 1564589"/>
                <a:gd name="connsiteX35" fmla="*/ 1155854 w 2107043"/>
                <a:gd name="connsiteY35" fmla="*/ 206655 h 1564589"/>
                <a:gd name="connsiteX36" fmla="*/ 1246631 w 2107043"/>
                <a:gd name="connsiteY36" fmla="*/ 271224 h 1564589"/>
                <a:gd name="connsiteX37" fmla="*/ 1331331 w 2107043"/>
                <a:gd name="connsiteY37" fmla="*/ 315283 h 1564589"/>
                <a:gd name="connsiteX38" fmla="*/ 1422108 w 2107043"/>
                <a:gd name="connsiteY38" fmla="*/ 356684 h 1564589"/>
                <a:gd name="connsiteX39" fmla="*/ 1480600 w 2107043"/>
                <a:gd name="connsiteY39" fmla="*/ 152720 h 1564589"/>
                <a:gd name="connsiteX40" fmla="*/ 1499211 w 2107043"/>
                <a:gd name="connsiteY40" fmla="*/ 49409 h 1564589"/>
                <a:gd name="connsiteX41" fmla="*/ 1539852 w 2107043"/>
                <a:gd name="connsiteY41" fmla="*/ 11427 h 1564589"/>
                <a:gd name="connsiteX42" fmla="*/ 1577834 w 2107043"/>
                <a:gd name="connsiteY42" fmla="*/ 110180 h 1564589"/>
                <a:gd name="connsiteX43" fmla="*/ 1589229 w 2107043"/>
                <a:gd name="connsiteY43" fmla="*/ 158797 h 1564589"/>
                <a:gd name="connsiteX44" fmla="*/ 1595686 w 2107043"/>
                <a:gd name="connsiteY44" fmla="*/ 183106 h 1564589"/>
                <a:gd name="connsiteX45" fmla="*/ 1633668 w 2107043"/>
                <a:gd name="connsiteY45" fmla="*/ 178548 h 1564589"/>
                <a:gd name="connsiteX46" fmla="*/ 1680386 w 2107043"/>
                <a:gd name="connsiteY46" fmla="*/ 262488 h 1564589"/>
                <a:gd name="connsiteX47" fmla="*/ 1718368 w 2107043"/>
                <a:gd name="connsiteY47" fmla="*/ 354405 h 1564589"/>
                <a:gd name="connsiteX48" fmla="*/ 1747234 w 2107043"/>
                <a:gd name="connsiteY48" fmla="*/ 437965 h 1564589"/>
                <a:gd name="connsiteX49" fmla="*/ 1844848 w 2107043"/>
                <a:gd name="connsiteY49" fmla="*/ 495318 h 1564589"/>
                <a:gd name="connsiteX50" fmla="*/ 1890426 w 2107043"/>
                <a:gd name="connsiteY50" fmla="*/ 568624 h 1564589"/>
                <a:gd name="connsiteX51" fmla="*/ 1904860 w 2107043"/>
                <a:gd name="connsiteY51" fmla="*/ 606606 h 1564589"/>
                <a:gd name="connsiteX52" fmla="*/ 1949678 w 2107043"/>
                <a:gd name="connsiteY52" fmla="*/ 625217 h 1564589"/>
                <a:gd name="connsiteX53" fmla="*/ 1967910 w 2107043"/>
                <a:gd name="connsiteY53" fmla="*/ 659781 h 1564589"/>
                <a:gd name="connsiteX54" fmla="*/ 1995257 w 2107043"/>
                <a:gd name="connsiteY54" fmla="*/ 697763 h 1564589"/>
                <a:gd name="connsiteX55" fmla="*/ 2076538 w 2107043"/>
                <a:gd name="connsiteY55" fmla="*/ 780943 h 1564589"/>
                <a:gd name="connsiteX56" fmla="*/ 2084894 w 2107043"/>
                <a:gd name="connsiteY56" fmla="*/ 858427 h 1564589"/>
                <a:gd name="connsiteX57" fmla="*/ 2106924 w 2107043"/>
                <a:gd name="connsiteY57" fmla="*/ 969714 h 1564589"/>
                <a:gd name="connsiteX58" fmla="*/ 2078817 w 2107043"/>
                <a:gd name="connsiteY58" fmla="*/ 1101132 h 1564589"/>
                <a:gd name="connsiteX59" fmla="*/ 2035138 w 2107043"/>
                <a:gd name="connsiteY59" fmla="*/ 1200265 h 1564589"/>
                <a:gd name="connsiteX60" fmla="*/ 1930307 w 2107043"/>
                <a:gd name="connsiteY60" fmla="*/ 1393594 h 1564589"/>
                <a:gd name="connsiteX61" fmla="*/ 1906379 w 2107043"/>
                <a:gd name="connsiteY61" fmla="*/ 1494246 h 1564589"/>
                <a:gd name="connsiteX62" fmla="*/ 1808765 w 2107043"/>
                <a:gd name="connsiteY62" fmla="*/ 1513237 h 1564589"/>
                <a:gd name="connsiteX63" fmla="*/ 1732801 w 2107043"/>
                <a:gd name="connsiteY63" fmla="*/ 1564133 h 1564589"/>
                <a:gd name="connsiteX64" fmla="*/ 1656837 w 2107043"/>
                <a:gd name="connsiteY64" fmla="*/ 1510578 h 1564589"/>
                <a:gd name="connsiteX65" fmla="*/ 1556184 w 2107043"/>
                <a:gd name="connsiteY65" fmla="*/ 1557296 h 1564589"/>
                <a:gd name="connsiteX66" fmla="*/ 1444517 w 2107043"/>
                <a:gd name="connsiteY66" fmla="*/ 1524252 h 1564589"/>
                <a:gd name="connsiteX67" fmla="*/ 1389823 w 2107043"/>
                <a:gd name="connsiteY67" fmla="*/ 1439172 h 1564589"/>
                <a:gd name="connsiteX68" fmla="*/ 1367034 w 2107043"/>
                <a:gd name="connsiteY68" fmla="*/ 1389036 h 1564589"/>
                <a:gd name="connsiteX69" fmla="*/ 1317277 w 2107043"/>
                <a:gd name="connsiteY69" fmla="*/ 1372324 h 1564589"/>
                <a:gd name="connsiteX70" fmla="*/ 1294488 w 2107043"/>
                <a:gd name="connsiteY70" fmla="*/ 1296360 h 1564589"/>
                <a:gd name="connsiteX71" fmla="*/ 1247770 w 2107043"/>
                <a:gd name="connsiteY71" fmla="*/ 1346876 h 1564589"/>
                <a:gd name="connsiteX72" fmla="*/ 1264482 w 2107043"/>
                <a:gd name="connsiteY72" fmla="*/ 1329404 h 1564589"/>
                <a:gd name="connsiteX73" fmla="*/ 1269800 w 2107043"/>
                <a:gd name="connsiteY73" fmla="*/ 1285725 h 1564589"/>
                <a:gd name="connsiteX74" fmla="*/ 1280435 w 2107043"/>
                <a:gd name="connsiteY74" fmla="*/ 1216217 h 1564589"/>
                <a:gd name="connsiteX75" fmla="*/ 1229159 w 2107043"/>
                <a:gd name="connsiteY75" fmla="*/ 1265214 h 1564589"/>
                <a:gd name="connsiteX76" fmla="*/ 1168008 w 2107043"/>
                <a:gd name="connsiteY76" fmla="*/ 1327505 h 1564589"/>
                <a:gd name="connsiteX77" fmla="*/ 1117872 w 2107043"/>
                <a:gd name="connsiteY77" fmla="*/ 1238247 h 1564589"/>
                <a:gd name="connsiteX78" fmla="*/ 1060139 w 2107043"/>
                <a:gd name="connsiteY78" fmla="*/ 1171019 h 1564589"/>
                <a:gd name="connsiteX79" fmla="*/ 1013421 w 2107043"/>
                <a:gd name="connsiteY79" fmla="*/ 1162283 h 1564589"/>
                <a:gd name="connsiteX80" fmla="*/ 949231 w 2107043"/>
                <a:gd name="connsiteY80" fmla="*/ 1139114 h 1564589"/>
                <a:gd name="connsiteX81" fmla="*/ 829208 w 2107043"/>
                <a:gd name="connsiteY81" fmla="*/ 1141773 h 1564589"/>
                <a:gd name="connsiteX82" fmla="*/ 715262 w 2107043"/>
                <a:gd name="connsiteY82" fmla="*/ 1175577 h 1564589"/>
                <a:gd name="connsiteX83" fmla="*/ 601316 w 2107043"/>
                <a:gd name="connsiteY83" fmla="*/ 1205583 h 1564589"/>
                <a:gd name="connsiteX84" fmla="*/ 556497 w 2107043"/>
                <a:gd name="connsiteY84" fmla="*/ 1232170 h 1564589"/>
                <a:gd name="connsiteX85" fmla="*/ 534847 w 2107043"/>
                <a:gd name="connsiteY85" fmla="*/ 1265594 h 1564589"/>
                <a:gd name="connsiteX86" fmla="*/ 417483 w 2107043"/>
                <a:gd name="connsiteY86" fmla="*/ 1270912 h 1564589"/>
                <a:gd name="connsiteX87" fmla="*/ 315691 w 2107043"/>
                <a:gd name="connsiteY87" fmla="*/ 1293321 h 1564589"/>
                <a:gd name="connsiteX88" fmla="*/ 237448 w 2107043"/>
                <a:gd name="connsiteY88" fmla="*/ 1338900 h 1564589"/>
                <a:gd name="connsiteX89" fmla="*/ 84760 w 2107043"/>
                <a:gd name="connsiteY89" fmla="*/ 1264455 h 1564589"/>
                <a:gd name="connsiteX90" fmla="*/ 110588 w 2107043"/>
                <a:gd name="connsiteY90" fmla="*/ 1239766 h 1564589"/>
                <a:gd name="connsiteX91" fmla="*/ 117425 w 2107043"/>
                <a:gd name="connsiteY91" fmla="*/ 1177856 h 1564589"/>
                <a:gd name="connsiteX92" fmla="*/ 83241 w 2107043"/>
                <a:gd name="connsiteY92" fmla="*/ 1074165 h 1564589"/>
                <a:gd name="connsiteX93" fmla="*/ 59312 w 2107043"/>
                <a:gd name="connsiteY93" fmla="*/ 972373 h 1564589"/>
                <a:gd name="connsiteX94" fmla="*/ 9556 w 2107043"/>
                <a:gd name="connsiteY94" fmla="*/ 858427 h 1564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107043" h="1564589">
                  <a:moveTo>
                    <a:pt x="9556" y="858427"/>
                  </a:moveTo>
                  <a:cubicBezTo>
                    <a:pt x="50576" y="817786"/>
                    <a:pt x="29306" y="805252"/>
                    <a:pt x="9556" y="757774"/>
                  </a:cubicBezTo>
                  <a:cubicBezTo>
                    <a:pt x="-1694" y="735973"/>
                    <a:pt x="-3076" y="710395"/>
                    <a:pt x="5757" y="687507"/>
                  </a:cubicBezTo>
                  <a:cubicBezTo>
                    <a:pt x="11052" y="660415"/>
                    <a:pt x="14605" y="633011"/>
                    <a:pt x="16392" y="605466"/>
                  </a:cubicBezTo>
                  <a:cubicBezTo>
                    <a:pt x="40701" y="617620"/>
                    <a:pt x="30826" y="617620"/>
                    <a:pt x="48677" y="605466"/>
                  </a:cubicBezTo>
                  <a:cubicBezTo>
                    <a:pt x="60831" y="596730"/>
                    <a:pt x="66908" y="584196"/>
                    <a:pt x="80582" y="575840"/>
                  </a:cubicBezTo>
                  <a:cubicBezTo>
                    <a:pt x="94256" y="567484"/>
                    <a:pt x="118564" y="550772"/>
                    <a:pt x="137935" y="537858"/>
                  </a:cubicBezTo>
                  <a:cubicBezTo>
                    <a:pt x="166801" y="520007"/>
                    <a:pt x="191869" y="527603"/>
                    <a:pt x="222635" y="519247"/>
                  </a:cubicBezTo>
                  <a:cubicBezTo>
                    <a:pt x="253400" y="510891"/>
                    <a:pt x="277709" y="493799"/>
                    <a:pt x="307715" y="486582"/>
                  </a:cubicBezTo>
                  <a:cubicBezTo>
                    <a:pt x="336273" y="483255"/>
                    <a:pt x="364179" y="475704"/>
                    <a:pt x="390515" y="464173"/>
                  </a:cubicBezTo>
                  <a:cubicBezTo>
                    <a:pt x="412743" y="446435"/>
                    <a:pt x="431095" y="424330"/>
                    <a:pt x="444450" y="399224"/>
                  </a:cubicBezTo>
                  <a:cubicBezTo>
                    <a:pt x="463821" y="371877"/>
                    <a:pt x="447868" y="361242"/>
                    <a:pt x="458883" y="334654"/>
                  </a:cubicBezTo>
                  <a:cubicBezTo>
                    <a:pt x="463156" y="324194"/>
                    <a:pt x="471136" y="315675"/>
                    <a:pt x="481293" y="310726"/>
                  </a:cubicBezTo>
                  <a:cubicBezTo>
                    <a:pt x="504462" y="303889"/>
                    <a:pt x="505981" y="319841"/>
                    <a:pt x="519275" y="338832"/>
                  </a:cubicBezTo>
                  <a:cubicBezTo>
                    <a:pt x="538645" y="321740"/>
                    <a:pt x="536746" y="310346"/>
                    <a:pt x="533708" y="284898"/>
                  </a:cubicBezTo>
                  <a:cubicBezTo>
                    <a:pt x="540924" y="284898"/>
                    <a:pt x="571690" y="292114"/>
                    <a:pt x="577007" y="287936"/>
                  </a:cubicBezTo>
                  <a:cubicBezTo>
                    <a:pt x="582325" y="283758"/>
                    <a:pt x="577007" y="249954"/>
                    <a:pt x="583084" y="241218"/>
                  </a:cubicBezTo>
                  <a:cubicBezTo>
                    <a:pt x="589162" y="232483"/>
                    <a:pt x="603595" y="228684"/>
                    <a:pt x="610052" y="220328"/>
                  </a:cubicBezTo>
                  <a:cubicBezTo>
                    <a:pt x="616509" y="211972"/>
                    <a:pt x="617648" y="199058"/>
                    <a:pt x="626764" y="191082"/>
                  </a:cubicBezTo>
                  <a:cubicBezTo>
                    <a:pt x="651779" y="173656"/>
                    <a:pt x="679684" y="160795"/>
                    <a:pt x="709185" y="153100"/>
                  </a:cubicBezTo>
                  <a:cubicBezTo>
                    <a:pt x="744888" y="153100"/>
                    <a:pt x="755143" y="203616"/>
                    <a:pt x="780971" y="210073"/>
                  </a:cubicBezTo>
                  <a:cubicBezTo>
                    <a:pt x="799016" y="212162"/>
                    <a:pt x="817240" y="212162"/>
                    <a:pt x="835285" y="210073"/>
                  </a:cubicBezTo>
                  <a:cubicBezTo>
                    <a:pt x="853517" y="204756"/>
                    <a:pt x="845920" y="203236"/>
                    <a:pt x="847060" y="187284"/>
                  </a:cubicBezTo>
                  <a:cubicBezTo>
                    <a:pt x="848199" y="171331"/>
                    <a:pt x="842502" y="173610"/>
                    <a:pt x="847060" y="160696"/>
                  </a:cubicBezTo>
                  <a:cubicBezTo>
                    <a:pt x="851617" y="147783"/>
                    <a:pt x="865291" y="137907"/>
                    <a:pt x="872128" y="125753"/>
                  </a:cubicBezTo>
                  <a:cubicBezTo>
                    <a:pt x="886561" y="101824"/>
                    <a:pt x="893398" y="80554"/>
                    <a:pt x="923783" y="69160"/>
                  </a:cubicBezTo>
                  <a:cubicBezTo>
                    <a:pt x="944673" y="61184"/>
                    <a:pt x="975819" y="72198"/>
                    <a:pt x="995190" y="58525"/>
                  </a:cubicBezTo>
                  <a:cubicBezTo>
                    <a:pt x="1002406" y="53587"/>
                    <a:pt x="1002406" y="42193"/>
                    <a:pt x="1008103" y="37255"/>
                  </a:cubicBezTo>
                  <a:cubicBezTo>
                    <a:pt x="1021017" y="26240"/>
                    <a:pt x="1002786" y="29658"/>
                    <a:pt x="1021777" y="27759"/>
                  </a:cubicBezTo>
                  <a:cubicBezTo>
                    <a:pt x="1030946" y="29362"/>
                    <a:pt x="1039799" y="32443"/>
                    <a:pt x="1047985" y="36875"/>
                  </a:cubicBezTo>
                  <a:cubicBezTo>
                    <a:pt x="1083764" y="47533"/>
                    <a:pt x="1120344" y="55281"/>
                    <a:pt x="1157373" y="60044"/>
                  </a:cubicBezTo>
                  <a:cubicBezTo>
                    <a:pt x="1168806" y="64158"/>
                    <a:pt x="1180474" y="67584"/>
                    <a:pt x="1192316" y="70299"/>
                  </a:cubicBezTo>
                  <a:cubicBezTo>
                    <a:pt x="1201812" y="70299"/>
                    <a:pt x="1206370" y="57006"/>
                    <a:pt x="1216625" y="64222"/>
                  </a:cubicBezTo>
                  <a:cubicBezTo>
                    <a:pt x="1238655" y="79415"/>
                    <a:pt x="1182061" y="118536"/>
                    <a:pt x="1178643" y="127652"/>
                  </a:cubicBezTo>
                  <a:cubicBezTo>
                    <a:pt x="1175224" y="136768"/>
                    <a:pt x="1175224" y="156139"/>
                    <a:pt x="1169527" y="168673"/>
                  </a:cubicBezTo>
                  <a:cubicBezTo>
                    <a:pt x="1163830" y="181207"/>
                    <a:pt x="1149397" y="190702"/>
                    <a:pt x="1155854" y="206655"/>
                  </a:cubicBezTo>
                  <a:cubicBezTo>
                    <a:pt x="1167628" y="234002"/>
                    <a:pt x="1221942" y="257171"/>
                    <a:pt x="1246631" y="271224"/>
                  </a:cubicBezTo>
                  <a:cubicBezTo>
                    <a:pt x="1271319" y="285278"/>
                    <a:pt x="1303984" y="299711"/>
                    <a:pt x="1331331" y="315283"/>
                  </a:cubicBezTo>
                  <a:cubicBezTo>
                    <a:pt x="1358678" y="330856"/>
                    <a:pt x="1386405" y="370737"/>
                    <a:pt x="1422108" y="356684"/>
                  </a:cubicBezTo>
                  <a:cubicBezTo>
                    <a:pt x="1484398" y="332375"/>
                    <a:pt x="1479461" y="204756"/>
                    <a:pt x="1480600" y="152720"/>
                  </a:cubicBezTo>
                  <a:cubicBezTo>
                    <a:pt x="1482047" y="117594"/>
                    <a:pt x="1488307" y="82833"/>
                    <a:pt x="1499211" y="49409"/>
                  </a:cubicBezTo>
                  <a:cubicBezTo>
                    <a:pt x="1506808" y="25101"/>
                    <a:pt x="1514024" y="-21617"/>
                    <a:pt x="1539852" y="11427"/>
                  </a:cubicBezTo>
                  <a:cubicBezTo>
                    <a:pt x="1557628" y="42143"/>
                    <a:pt x="1570447" y="75469"/>
                    <a:pt x="1577834" y="110180"/>
                  </a:cubicBezTo>
                  <a:cubicBezTo>
                    <a:pt x="1580645" y="126600"/>
                    <a:pt x="1584451" y="142837"/>
                    <a:pt x="1589229" y="158797"/>
                  </a:cubicBezTo>
                  <a:cubicBezTo>
                    <a:pt x="1589229" y="162596"/>
                    <a:pt x="1592267" y="181207"/>
                    <a:pt x="1595686" y="183106"/>
                  </a:cubicBezTo>
                  <a:cubicBezTo>
                    <a:pt x="1599104" y="185005"/>
                    <a:pt x="1623033" y="176269"/>
                    <a:pt x="1633668" y="178548"/>
                  </a:cubicBezTo>
                  <a:cubicBezTo>
                    <a:pt x="1671650" y="188423"/>
                    <a:pt x="1674309" y="232862"/>
                    <a:pt x="1680386" y="262488"/>
                  </a:cubicBezTo>
                  <a:cubicBezTo>
                    <a:pt x="1686463" y="292114"/>
                    <a:pt x="1708872" y="321740"/>
                    <a:pt x="1718368" y="354405"/>
                  </a:cubicBezTo>
                  <a:cubicBezTo>
                    <a:pt x="1727863" y="387069"/>
                    <a:pt x="1722926" y="415556"/>
                    <a:pt x="1747234" y="437965"/>
                  </a:cubicBezTo>
                  <a:cubicBezTo>
                    <a:pt x="1771543" y="460375"/>
                    <a:pt x="1817121" y="470630"/>
                    <a:pt x="1844848" y="495318"/>
                  </a:cubicBezTo>
                  <a:cubicBezTo>
                    <a:pt x="1864021" y="517040"/>
                    <a:pt x="1879427" y="541816"/>
                    <a:pt x="1890426" y="568624"/>
                  </a:cubicBezTo>
                  <a:cubicBezTo>
                    <a:pt x="1894057" y="581701"/>
                    <a:pt x="1898893" y="594417"/>
                    <a:pt x="1904860" y="606606"/>
                  </a:cubicBezTo>
                  <a:cubicBezTo>
                    <a:pt x="1915874" y="620279"/>
                    <a:pt x="1934865" y="616101"/>
                    <a:pt x="1949678" y="625217"/>
                  </a:cubicBezTo>
                  <a:cubicBezTo>
                    <a:pt x="1964491" y="634333"/>
                    <a:pt x="1961073" y="638511"/>
                    <a:pt x="1967910" y="659781"/>
                  </a:cubicBezTo>
                  <a:cubicBezTo>
                    <a:pt x="1972802" y="675004"/>
                    <a:pt x="1982369" y="688298"/>
                    <a:pt x="1995257" y="697763"/>
                  </a:cubicBezTo>
                  <a:cubicBezTo>
                    <a:pt x="2026159" y="721494"/>
                    <a:pt x="2053529" y="749502"/>
                    <a:pt x="2076538" y="780943"/>
                  </a:cubicBezTo>
                  <a:cubicBezTo>
                    <a:pt x="2085122" y="805814"/>
                    <a:pt x="2087978" y="832299"/>
                    <a:pt x="2084894" y="858427"/>
                  </a:cubicBezTo>
                  <a:cubicBezTo>
                    <a:pt x="2087553" y="896409"/>
                    <a:pt x="2108823" y="931732"/>
                    <a:pt x="2106924" y="969714"/>
                  </a:cubicBezTo>
                  <a:cubicBezTo>
                    <a:pt x="2100733" y="1014138"/>
                    <a:pt x="2091340" y="1058060"/>
                    <a:pt x="2078817" y="1101132"/>
                  </a:cubicBezTo>
                  <a:cubicBezTo>
                    <a:pt x="2075152" y="1137975"/>
                    <a:pt x="2059857" y="1172698"/>
                    <a:pt x="2035138" y="1200265"/>
                  </a:cubicBezTo>
                  <a:cubicBezTo>
                    <a:pt x="1986741" y="1256448"/>
                    <a:pt x="1950993" y="1322381"/>
                    <a:pt x="1930307" y="1393594"/>
                  </a:cubicBezTo>
                  <a:cubicBezTo>
                    <a:pt x="1920432" y="1421321"/>
                    <a:pt x="1930307" y="1472596"/>
                    <a:pt x="1906379" y="1494246"/>
                  </a:cubicBezTo>
                  <a:cubicBezTo>
                    <a:pt x="1882450" y="1515896"/>
                    <a:pt x="1836872" y="1500703"/>
                    <a:pt x="1808765" y="1513237"/>
                  </a:cubicBezTo>
                  <a:cubicBezTo>
                    <a:pt x="1780658" y="1525771"/>
                    <a:pt x="1766225" y="1559575"/>
                    <a:pt x="1732801" y="1564133"/>
                  </a:cubicBezTo>
                  <a:cubicBezTo>
                    <a:pt x="1699377" y="1568691"/>
                    <a:pt x="1672789" y="1538305"/>
                    <a:pt x="1656837" y="1510578"/>
                  </a:cubicBezTo>
                  <a:cubicBezTo>
                    <a:pt x="1624552" y="1537166"/>
                    <a:pt x="1599864" y="1572109"/>
                    <a:pt x="1556184" y="1557296"/>
                  </a:cubicBezTo>
                  <a:cubicBezTo>
                    <a:pt x="1518362" y="1548420"/>
                    <a:pt x="1481079" y="1537386"/>
                    <a:pt x="1444517" y="1524252"/>
                  </a:cubicBezTo>
                  <a:cubicBezTo>
                    <a:pt x="1410918" y="1509374"/>
                    <a:pt x="1389409" y="1475916"/>
                    <a:pt x="1389823" y="1439172"/>
                  </a:cubicBezTo>
                  <a:cubicBezTo>
                    <a:pt x="1386188" y="1420929"/>
                    <a:pt x="1378390" y="1403769"/>
                    <a:pt x="1367034" y="1389036"/>
                  </a:cubicBezTo>
                  <a:cubicBezTo>
                    <a:pt x="1349562" y="1360929"/>
                    <a:pt x="1349942" y="1363968"/>
                    <a:pt x="1317277" y="1372324"/>
                  </a:cubicBezTo>
                  <a:cubicBezTo>
                    <a:pt x="1325626" y="1344722"/>
                    <a:pt x="1316651" y="1314808"/>
                    <a:pt x="1294488" y="1296360"/>
                  </a:cubicBezTo>
                  <a:cubicBezTo>
                    <a:pt x="1283093" y="1320288"/>
                    <a:pt x="1280435" y="1348015"/>
                    <a:pt x="1247770" y="1346876"/>
                  </a:cubicBezTo>
                  <a:cubicBezTo>
                    <a:pt x="1247770" y="1334722"/>
                    <a:pt x="1262583" y="1338900"/>
                    <a:pt x="1264482" y="1329404"/>
                  </a:cubicBezTo>
                  <a:cubicBezTo>
                    <a:pt x="1265063" y="1314724"/>
                    <a:pt x="1266841" y="1300116"/>
                    <a:pt x="1269800" y="1285725"/>
                  </a:cubicBezTo>
                  <a:cubicBezTo>
                    <a:pt x="1275117" y="1270912"/>
                    <a:pt x="1307782" y="1223054"/>
                    <a:pt x="1280435" y="1216217"/>
                  </a:cubicBezTo>
                  <a:cubicBezTo>
                    <a:pt x="1270559" y="1213559"/>
                    <a:pt x="1238655" y="1257998"/>
                    <a:pt x="1229159" y="1265214"/>
                  </a:cubicBezTo>
                  <a:cubicBezTo>
                    <a:pt x="1206810" y="1283955"/>
                    <a:pt x="1186334" y="1304814"/>
                    <a:pt x="1168008" y="1327505"/>
                  </a:cubicBezTo>
                  <a:cubicBezTo>
                    <a:pt x="1153753" y="1296436"/>
                    <a:pt x="1136988" y="1266586"/>
                    <a:pt x="1117872" y="1238247"/>
                  </a:cubicBezTo>
                  <a:cubicBezTo>
                    <a:pt x="1098121" y="1216217"/>
                    <a:pt x="1086726" y="1184313"/>
                    <a:pt x="1060139" y="1171019"/>
                  </a:cubicBezTo>
                  <a:cubicBezTo>
                    <a:pt x="1044980" y="1166210"/>
                    <a:pt x="1029290" y="1163278"/>
                    <a:pt x="1013421" y="1162283"/>
                  </a:cubicBezTo>
                  <a:cubicBezTo>
                    <a:pt x="989872" y="1156966"/>
                    <a:pt x="971261" y="1145951"/>
                    <a:pt x="949231" y="1139114"/>
                  </a:cubicBezTo>
                  <a:cubicBezTo>
                    <a:pt x="909593" y="1130310"/>
                    <a:pt x="868417" y="1131225"/>
                    <a:pt x="829208" y="1141773"/>
                  </a:cubicBezTo>
                  <a:cubicBezTo>
                    <a:pt x="791834" y="1154998"/>
                    <a:pt x="753802" y="1166283"/>
                    <a:pt x="715262" y="1175577"/>
                  </a:cubicBezTo>
                  <a:cubicBezTo>
                    <a:pt x="675723" y="1178266"/>
                    <a:pt x="637053" y="1188449"/>
                    <a:pt x="601316" y="1205583"/>
                  </a:cubicBezTo>
                  <a:cubicBezTo>
                    <a:pt x="584816" y="1211508"/>
                    <a:pt x="569605" y="1220532"/>
                    <a:pt x="556497" y="1232170"/>
                  </a:cubicBezTo>
                  <a:cubicBezTo>
                    <a:pt x="548141" y="1240906"/>
                    <a:pt x="544723" y="1258378"/>
                    <a:pt x="534847" y="1265594"/>
                  </a:cubicBezTo>
                  <a:cubicBezTo>
                    <a:pt x="510159" y="1284585"/>
                    <a:pt x="446729" y="1272051"/>
                    <a:pt x="417483" y="1270912"/>
                  </a:cubicBezTo>
                  <a:cubicBezTo>
                    <a:pt x="382007" y="1266920"/>
                    <a:pt x="346209" y="1274801"/>
                    <a:pt x="315691" y="1293321"/>
                  </a:cubicBezTo>
                  <a:cubicBezTo>
                    <a:pt x="291075" y="1310903"/>
                    <a:pt x="264883" y="1326160"/>
                    <a:pt x="237448" y="1338900"/>
                  </a:cubicBezTo>
                  <a:cubicBezTo>
                    <a:pt x="201745" y="1352193"/>
                    <a:pt x="61211" y="1314211"/>
                    <a:pt x="84760" y="1264455"/>
                  </a:cubicBezTo>
                  <a:cubicBezTo>
                    <a:pt x="88938" y="1256099"/>
                    <a:pt x="104890" y="1249642"/>
                    <a:pt x="110588" y="1239766"/>
                  </a:cubicBezTo>
                  <a:cubicBezTo>
                    <a:pt x="117118" y="1219822"/>
                    <a:pt x="119446" y="1198742"/>
                    <a:pt x="117425" y="1177856"/>
                  </a:cubicBezTo>
                  <a:cubicBezTo>
                    <a:pt x="117425" y="1137595"/>
                    <a:pt x="93876" y="1111387"/>
                    <a:pt x="83241" y="1074165"/>
                  </a:cubicBezTo>
                  <a:cubicBezTo>
                    <a:pt x="79253" y="1039419"/>
                    <a:pt x="71223" y="1005258"/>
                    <a:pt x="59312" y="972373"/>
                  </a:cubicBezTo>
                  <a:cubicBezTo>
                    <a:pt x="39561" y="934391"/>
                    <a:pt x="27027" y="896409"/>
                    <a:pt x="9556" y="858427"/>
                  </a:cubicBezTo>
                  <a:close/>
                </a:path>
              </a:pathLst>
            </a:custGeom>
            <a:grpFill/>
            <a:ln w="37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57" name="Forme libre : forme 56">
              <a:extLst>
                <a:ext uri="{FF2B5EF4-FFF2-40B4-BE49-F238E27FC236}">
                  <a16:creationId xmlns:a16="http://schemas.microsoft.com/office/drawing/2014/main" id="{F96334B3-4D91-DFB3-2EF3-57E87FFDFEAA}"/>
                </a:ext>
              </a:extLst>
            </p:cNvPr>
            <p:cNvSpPr/>
            <p:nvPr/>
          </p:nvSpPr>
          <p:spPr>
            <a:xfrm>
              <a:off x="2405492" y="4731257"/>
              <a:ext cx="185432" cy="166095"/>
            </a:xfrm>
            <a:custGeom>
              <a:avLst/>
              <a:gdLst>
                <a:gd name="connsiteX0" fmla="*/ 2573 w 185432"/>
                <a:gd name="connsiteY0" fmla="*/ 0 h 166095"/>
                <a:gd name="connsiteX1" fmla="*/ 73220 w 185432"/>
                <a:gd name="connsiteY1" fmla="*/ 20890 h 166095"/>
                <a:gd name="connsiteX2" fmla="*/ 157920 w 185432"/>
                <a:gd name="connsiteY2" fmla="*/ 6077 h 166095"/>
                <a:gd name="connsiteX3" fmla="*/ 157920 w 185432"/>
                <a:gd name="connsiteY3" fmla="*/ 120023 h 166095"/>
                <a:gd name="connsiteX4" fmla="*/ 42075 w 185432"/>
                <a:gd name="connsiteY4" fmla="*/ 132557 h 166095"/>
                <a:gd name="connsiteX5" fmla="*/ 17386 w 185432"/>
                <a:gd name="connsiteY5" fmla="*/ 64190 h 166095"/>
                <a:gd name="connsiteX6" fmla="*/ 2573 w 185432"/>
                <a:gd name="connsiteY6" fmla="*/ 0 h 166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5432" h="166095">
                  <a:moveTo>
                    <a:pt x="2573" y="0"/>
                  </a:moveTo>
                  <a:cubicBezTo>
                    <a:pt x="29540" y="0"/>
                    <a:pt x="48152" y="16332"/>
                    <a:pt x="73220" y="20890"/>
                  </a:cubicBezTo>
                  <a:cubicBezTo>
                    <a:pt x="98288" y="25448"/>
                    <a:pt x="128674" y="5697"/>
                    <a:pt x="157920" y="6077"/>
                  </a:cubicBezTo>
                  <a:cubicBezTo>
                    <a:pt x="208436" y="6077"/>
                    <a:pt x="177670" y="93056"/>
                    <a:pt x="157920" y="120023"/>
                  </a:cubicBezTo>
                  <a:cubicBezTo>
                    <a:pt x="125255" y="168260"/>
                    <a:pt x="77018" y="188011"/>
                    <a:pt x="42075" y="132557"/>
                  </a:cubicBezTo>
                  <a:cubicBezTo>
                    <a:pt x="32435" y="110304"/>
                    <a:pt x="24189" y="87469"/>
                    <a:pt x="17386" y="64190"/>
                  </a:cubicBezTo>
                  <a:cubicBezTo>
                    <a:pt x="6751" y="41780"/>
                    <a:pt x="-5403" y="26967"/>
                    <a:pt x="2573" y="0"/>
                  </a:cubicBezTo>
                  <a:close/>
                </a:path>
              </a:pathLst>
            </a:custGeom>
            <a:grpFill/>
            <a:ln w="379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9544AE13-A4E0-2FD6-4638-F7DF692B0091}"/>
              </a:ext>
            </a:extLst>
          </p:cNvPr>
          <p:cNvSpPr txBox="1"/>
          <p:nvPr/>
        </p:nvSpPr>
        <p:spPr>
          <a:xfrm>
            <a:off x="2926649" y="5635853"/>
            <a:ext cx="2208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noProof="0" dirty="0">
                <a:solidFill>
                  <a:srgbClr val="3E513C"/>
                </a:solidFill>
                <a:latin typeface="Amasis MT Pro Black" panose="02040A04050005020304" pitchFamily="18" charset="0"/>
              </a:rPr>
              <a:t>1 Tribe</a:t>
            </a:r>
          </a:p>
        </p:txBody>
      </p:sp>
      <p:pic>
        <p:nvPicPr>
          <p:cNvPr id="15" name="Graphique 14" descr="Enfant avec ballon avec un remplissage uni">
            <a:extLst>
              <a:ext uri="{FF2B5EF4-FFF2-40B4-BE49-F238E27FC236}">
                <a16:creationId xmlns:a16="http://schemas.microsoft.com/office/drawing/2014/main" id="{8FE6A0F3-0534-6683-48FD-659AD2946D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6829" y="7039345"/>
            <a:ext cx="771353" cy="771353"/>
          </a:xfrm>
          <a:prstGeom prst="rect">
            <a:avLst/>
          </a:prstGeom>
        </p:spPr>
      </p:pic>
      <p:pic>
        <p:nvPicPr>
          <p:cNvPr id="17" name="Graphique 16" descr="Famille avec un garçon avec un remplissage uni">
            <a:extLst>
              <a:ext uri="{FF2B5EF4-FFF2-40B4-BE49-F238E27FC236}">
                <a16:creationId xmlns:a16="http://schemas.microsoft.com/office/drawing/2014/main" id="{3E226E6D-059B-FD5A-5775-AE46D0D1A0B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22675" y="6153387"/>
            <a:ext cx="719848" cy="719848"/>
          </a:xfrm>
          <a:prstGeom prst="rect">
            <a:avLst/>
          </a:prstGeom>
        </p:spPr>
      </p:pic>
      <p:pic>
        <p:nvPicPr>
          <p:cNvPr id="19" name="Graphique 18" descr="Famille avec deux enfants avec un remplissage uni">
            <a:extLst>
              <a:ext uri="{FF2B5EF4-FFF2-40B4-BE49-F238E27FC236}">
                <a16:creationId xmlns:a16="http://schemas.microsoft.com/office/drawing/2014/main" id="{87FBFE7B-003C-2F5A-6D75-DC6CD8356C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64986" y="5377148"/>
            <a:ext cx="989400" cy="989400"/>
          </a:xfrm>
          <a:prstGeom prst="rect">
            <a:avLst/>
          </a:prstGeom>
        </p:spPr>
      </p:pic>
      <p:pic>
        <p:nvPicPr>
          <p:cNvPr id="21" name="Graphique 20" descr="Femme avec bébé avec un remplissage uni">
            <a:extLst>
              <a:ext uri="{FF2B5EF4-FFF2-40B4-BE49-F238E27FC236}">
                <a16:creationId xmlns:a16="http://schemas.microsoft.com/office/drawing/2014/main" id="{BC4D375E-8F98-FAE2-9884-A0D58180994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631146" y="7065422"/>
            <a:ext cx="774750" cy="774750"/>
          </a:xfrm>
          <a:prstGeom prst="rect">
            <a:avLst/>
          </a:prstGeom>
        </p:spPr>
      </p:pic>
      <p:pic>
        <p:nvPicPr>
          <p:cNvPr id="23" name="Graphique 22" descr="Homme avec bébé avec un remplissage uni">
            <a:extLst>
              <a:ext uri="{FF2B5EF4-FFF2-40B4-BE49-F238E27FC236}">
                <a16:creationId xmlns:a16="http://schemas.microsoft.com/office/drawing/2014/main" id="{7BD122B0-4B38-D02D-DD00-87B55C5AA90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30226" y="6211881"/>
            <a:ext cx="655620" cy="655620"/>
          </a:xfrm>
          <a:prstGeom prst="rect">
            <a:avLst/>
          </a:prstGeom>
        </p:spPr>
      </p:pic>
      <p:pic>
        <p:nvPicPr>
          <p:cNvPr id="25" name="Graphique 24" descr="Homme avec enfant avec un remplissage uni">
            <a:extLst>
              <a:ext uri="{FF2B5EF4-FFF2-40B4-BE49-F238E27FC236}">
                <a16:creationId xmlns:a16="http://schemas.microsoft.com/office/drawing/2014/main" id="{D19F5A00-52CB-DA7B-FE51-F3876574DDE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02445" y="5909252"/>
            <a:ext cx="774750" cy="774750"/>
          </a:xfrm>
          <a:prstGeom prst="rect">
            <a:avLst/>
          </a:prstGeom>
        </p:spPr>
      </p:pic>
      <p:pic>
        <p:nvPicPr>
          <p:cNvPr id="30" name="Graphique 29" descr="Hiérarchie avec un remplissage uni">
            <a:extLst>
              <a:ext uri="{FF2B5EF4-FFF2-40B4-BE49-F238E27FC236}">
                <a16:creationId xmlns:a16="http://schemas.microsoft.com/office/drawing/2014/main" id="{033A5DEF-8DDC-83E0-2C48-27C01888AEA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65477" y="4917366"/>
            <a:ext cx="914400" cy="914400"/>
          </a:xfrm>
          <a:prstGeom prst="rect">
            <a:avLst/>
          </a:prstGeom>
        </p:spPr>
      </p:pic>
      <p:pic>
        <p:nvPicPr>
          <p:cNvPr id="32" name="Graphique 31" descr="Images avec un remplissage uni">
            <a:extLst>
              <a:ext uri="{FF2B5EF4-FFF2-40B4-BE49-F238E27FC236}">
                <a16:creationId xmlns:a16="http://schemas.microsoft.com/office/drawing/2014/main" id="{EE5E617A-C9A5-9ADF-DD3A-262E9E4C07C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63815" y="5511380"/>
            <a:ext cx="408316" cy="408316"/>
          </a:xfrm>
          <a:prstGeom prst="rect">
            <a:avLst/>
          </a:prstGeom>
        </p:spPr>
      </p:pic>
      <p:pic>
        <p:nvPicPr>
          <p:cNvPr id="42" name="Graphique 41" descr="Homme avec canne avec un remplissage uni">
            <a:extLst>
              <a:ext uri="{FF2B5EF4-FFF2-40B4-BE49-F238E27FC236}">
                <a16:creationId xmlns:a16="http://schemas.microsoft.com/office/drawing/2014/main" id="{C75F7014-623D-F9DE-2278-75CE6EA4E4F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103922" y="3362766"/>
            <a:ext cx="721145" cy="721145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A80E6ECF-ADB0-D07B-2E80-FD363E008CE5}"/>
              </a:ext>
            </a:extLst>
          </p:cNvPr>
          <p:cNvSpPr/>
          <p:nvPr/>
        </p:nvSpPr>
        <p:spPr>
          <a:xfrm>
            <a:off x="8844117" y="5575975"/>
            <a:ext cx="191507" cy="137710"/>
          </a:xfrm>
          <a:prstGeom prst="rect">
            <a:avLst/>
          </a:prstGeom>
          <a:solidFill>
            <a:srgbClr val="3E51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73460C9-DA34-8CB3-5070-9CD5F678910B}"/>
              </a:ext>
            </a:extLst>
          </p:cNvPr>
          <p:cNvSpPr/>
          <p:nvPr/>
        </p:nvSpPr>
        <p:spPr>
          <a:xfrm>
            <a:off x="9130411" y="5576084"/>
            <a:ext cx="191507" cy="137710"/>
          </a:xfrm>
          <a:prstGeom prst="rect">
            <a:avLst/>
          </a:prstGeom>
          <a:solidFill>
            <a:srgbClr val="3E51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49685B1-F4E4-A002-7674-DA421EC7D4BA}"/>
              </a:ext>
            </a:extLst>
          </p:cNvPr>
          <p:cNvSpPr/>
          <p:nvPr/>
        </p:nvSpPr>
        <p:spPr>
          <a:xfrm>
            <a:off x="9414732" y="5575975"/>
            <a:ext cx="191507" cy="137710"/>
          </a:xfrm>
          <a:prstGeom prst="rect">
            <a:avLst/>
          </a:prstGeom>
          <a:solidFill>
            <a:srgbClr val="3E51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F751112-CF77-781C-4C94-666722F200D4}"/>
              </a:ext>
            </a:extLst>
          </p:cNvPr>
          <p:cNvSpPr/>
          <p:nvPr/>
        </p:nvSpPr>
        <p:spPr>
          <a:xfrm>
            <a:off x="9130411" y="5041864"/>
            <a:ext cx="191507" cy="137710"/>
          </a:xfrm>
          <a:prstGeom prst="rect">
            <a:avLst/>
          </a:prstGeom>
          <a:solidFill>
            <a:srgbClr val="8E765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 descr="Une image contenant fleur, conception, plante&#10;&#10;Le contenu généré par l’IA peut être incorrect.">
            <a:extLst>
              <a:ext uri="{FF2B5EF4-FFF2-40B4-BE49-F238E27FC236}">
                <a16:creationId xmlns:a16="http://schemas.microsoft.com/office/drawing/2014/main" id="{51FABC5C-6BFF-A2D8-0F6D-E2E47F62965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7643" y="3956745"/>
            <a:ext cx="1109409" cy="97752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69" name="Phylactère : pensées 68">
            <a:extLst>
              <a:ext uri="{FF2B5EF4-FFF2-40B4-BE49-F238E27FC236}">
                <a16:creationId xmlns:a16="http://schemas.microsoft.com/office/drawing/2014/main" id="{6186CA43-A0EF-88A6-5352-877529A6202E}"/>
              </a:ext>
            </a:extLst>
          </p:cNvPr>
          <p:cNvSpPr/>
          <p:nvPr/>
        </p:nvSpPr>
        <p:spPr>
          <a:xfrm>
            <a:off x="4968305" y="5397403"/>
            <a:ext cx="999240" cy="604261"/>
          </a:xfrm>
          <a:prstGeom prst="cloudCallou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A19BD664-2DB5-A3FB-A866-920C318CC321}"/>
              </a:ext>
            </a:extLst>
          </p:cNvPr>
          <p:cNvSpPr txBox="1"/>
          <p:nvPr/>
        </p:nvSpPr>
        <p:spPr>
          <a:xfrm>
            <a:off x="5512677" y="-87612"/>
            <a:ext cx="2669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noProof="0" dirty="0">
                <a:solidFill>
                  <a:srgbClr val="8E7653"/>
                </a:solidFill>
                <a:latin typeface="Amasis MT Pro Black" panose="02040A04050005020304" pitchFamily="18" charset="0"/>
              </a:rPr>
              <a:t>1 Newspaper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3E292DAC-CF3A-E025-6A72-74760DE827A7}"/>
              </a:ext>
            </a:extLst>
          </p:cNvPr>
          <p:cNvSpPr txBox="1"/>
          <p:nvPr/>
        </p:nvSpPr>
        <p:spPr>
          <a:xfrm>
            <a:off x="8570825" y="3190137"/>
            <a:ext cx="1269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noProof="0" dirty="0">
                <a:solidFill>
                  <a:srgbClr val="3E513C"/>
                </a:solidFill>
                <a:latin typeface="Amasis MT Pro Black" panose="02040A04050005020304" pitchFamily="18" charset="0"/>
              </a:rPr>
              <a:t>1 App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D47F5AD9-8D55-826E-E7EE-CABB6BD25DD7}"/>
              </a:ext>
            </a:extLst>
          </p:cNvPr>
          <p:cNvGrpSpPr/>
          <p:nvPr/>
        </p:nvGrpSpPr>
        <p:grpSpPr>
          <a:xfrm>
            <a:off x="5598945" y="92782"/>
            <a:ext cx="2506784" cy="2665660"/>
            <a:chOff x="7262858" y="791125"/>
            <a:chExt cx="2044942" cy="2044942"/>
          </a:xfrm>
        </p:grpSpPr>
        <p:pic>
          <p:nvPicPr>
            <p:cNvPr id="76" name="Graphique 75" descr="Menu avec un remplissage uni">
              <a:extLst>
                <a:ext uri="{FF2B5EF4-FFF2-40B4-BE49-F238E27FC236}">
                  <a16:creationId xmlns:a16="http://schemas.microsoft.com/office/drawing/2014/main" id="{D87951E7-6FE1-C71A-C9EF-715F7D800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7262858" y="791125"/>
              <a:ext cx="2044942" cy="2044942"/>
            </a:xfrm>
            <a:prstGeom prst="rect">
              <a:avLst/>
            </a:prstGeom>
          </p:spPr>
        </p:pic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22604D03-5338-9260-D95E-895DCDADED27}"/>
                </a:ext>
              </a:extLst>
            </p:cNvPr>
            <p:cNvSpPr/>
            <p:nvPr/>
          </p:nvSpPr>
          <p:spPr>
            <a:xfrm>
              <a:off x="7814223" y="1334649"/>
              <a:ext cx="933843" cy="11589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81" name="Groupe 80">
              <a:extLst>
                <a:ext uri="{FF2B5EF4-FFF2-40B4-BE49-F238E27FC236}">
                  <a16:creationId xmlns:a16="http://schemas.microsoft.com/office/drawing/2014/main" id="{36F85915-4D2F-C076-4F00-79E78CC853C5}"/>
                </a:ext>
              </a:extLst>
            </p:cNvPr>
            <p:cNvGrpSpPr/>
            <p:nvPr/>
          </p:nvGrpSpPr>
          <p:grpSpPr>
            <a:xfrm>
              <a:off x="8257480" y="2062195"/>
              <a:ext cx="578268" cy="578268"/>
              <a:chOff x="11282810" y="3629117"/>
              <a:chExt cx="578268" cy="578268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71C33184-4006-F9FA-B02F-41465AC838D4}"/>
                  </a:ext>
                </a:extLst>
              </p:cNvPr>
              <p:cNvSpPr/>
              <p:nvPr/>
            </p:nvSpPr>
            <p:spPr>
              <a:xfrm>
                <a:off x="11386406" y="3728863"/>
                <a:ext cx="371076" cy="34914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pic>
            <p:nvPicPr>
              <p:cNvPr id="78" name="Graphique 77" descr="Lettre d’amour avec un remplissage uni">
                <a:extLst>
                  <a:ext uri="{FF2B5EF4-FFF2-40B4-BE49-F238E27FC236}">
                    <a16:creationId xmlns:a16="http://schemas.microsoft.com/office/drawing/2014/main" id="{437F6DDA-197D-18AD-5989-E5A509C6D3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1282810" y="3629117"/>
                <a:ext cx="578268" cy="578268"/>
              </a:xfrm>
              <a:prstGeom prst="rect">
                <a:avLst/>
              </a:prstGeom>
            </p:spPr>
          </p:pic>
        </p:grpSp>
        <p:pic>
          <p:nvPicPr>
            <p:cNvPr id="80" name="Image 79" descr="Une image contenant fleur, conception, plante&#10;&#10;Le contenu généré par l’IA peut être incorrect.">
              <a:extLst>
                <a:ext uri="{FF2B5EF4-FFF2-40B4-BE49-F238E27FC236}">
                  <a16:creationId xmlns:a16="http://schemas.microsoft.com/office/drawing/2014/main" id="{41EA4593-D616-BAE9-9626-39EF6F4A75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4319" y="1333217"/>
              <a:ext cx="753649" cy="664054"/>
            </a:xfrm>
            <a:prstGeom prst="rect">
              <a:avLst/>
            </a:prstGeom>
            <a:solidFill>
              <a:schemeClr val="bg1"/>
            </a:solidFill>
          </p:spPr>
        </p:pic>
      </p:grp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D74418D9-4FB3-62A7-659E-8B79300E4D94}"/>
              </a:ext>
            </a:extLst>
          </p:cNvPr>
          <p:cNvSpPr/>
          <p:nvPr/>
        </p:nvSpPr>
        <p:spPr>
          <a:xfrm rot="4243441" flipH="1">
            <a:off x="4609053" y="1417069"/>
            <a:ext cx="1063016" cy="1979758"/>
          </a:xfrm>
          <a:custGeom>
            <a:avLst/>
            <a:gdLst>
              <a:gd name="connsiteX0" fmla="*/ 1127986 w 1127998"/>
              <a:gd name="connsiteY0" fmla="*/ 485765 h 1883285"/>
              <a:gd name="connsiteX1" fmla="*/ 1050822 w 1127998"/>
              <a:gd name="connsiteY1" fmla="*/ 53724 h 1883285"/>
              <a:gd name="connsiteX2" fmla="*/ 944565 w 1127998"/>
              <a:gd name="connsiteY2" fmla="*/ 5238 h 1883285"/>
              <a:gd name="connsiteX3" fmla="*/ 896079 w 1127998"/>
              <a:gd name="connsiteY3" fmla="*/ 111495 h 1883285"/>
              <a:gd name="connsiteX4" fmla="*/ 264672 w 1127998"/>
              <a:gd name="connsiteY4" fmla="*/ 1491158 h 1883285"/>
              <a:gd name="connsiteX5" fmla="*/ 252763 w 1127998"/>
              <a:gd name="connsiteY5" fmla="*/ 1495511 h 1883285"/>
              <a:gd name="connsiteX6" fmla="*/ 252763 w 1127998"/>
              <a:gd name="connsiteY6" fmla="*/ 1495511 h 1883285"/>
              <a:gd name="connsiteX7" fmla="*/ 327865 w 1127998"/>
              <a:gd name="connsiteY7" fmla="*/ 1364290 h 1883285"/>
              <a:gd name="connsiteX8" fmla="*/ 297329 w 1127998"/>
              <a:gd name="connsiteY8" fmla="*/ 1251225 h 1883285"/>
              <a:gd name="connsiteX9" fmla="*/ 184264 w 1127998"/>
              <a:gd name="connsiteY9" fmla="*/ 1281760 h 1883285"/>
              <a:gd name="connsiteX10" fmla="*/ 10952 w 1127998"/>
              <a:gd name="connsiteY10" fmla="*/ 1585881 h 1883285"/>
              <a:gd name="connsiteX11" fmla="*/ 41484 w 1127998"/>
              <a:gd name="connsiteY11" fmla="*/ 1698529 h 1883285"/>
              <a:gd name="connsiteX12" fmla="*/ 41488 w 1127998"/>
              <a:gd name="connsiteY12" fmla="*/ 1698533 h 1883285"/>
              <a:gd name="connsiteX13" fmla="*/ 345609 w 1127998"/>
              <a:gd name="connsiteY13" fmla="*/ 1872258 h 1883285"/>
              <a:gd name="connsiteX14" fmla="*/ 458674 w 1127998"/>
              <a:gd name="connsiteY14" fmla="*/ 1841722 h 1883285"/>
              <a:gd name="connsiteX15" fmla="*/ 428138 w 1127998"/>
              <a:gd name="connsiteY15" fmla="*/ 1728657 h 1883285"/>
              <a:gd name="connsiteX16" fmla="*/ 299392 w 1127998"/>
              <a:gd name="connsiteY16" fmla="*/ 1655618 h 1883285"/>
              <a:gd name="connsiteX17" fmla="*/ 1127986 w 1127998"/>
              <a:gd name="connsiteY17" fmla="*/ 485765 h 1883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127998" h="1883285">
                <a:moveTo>
                  <a:pt x="1127986" y="485765"/>
                </a:moveTo>
                <a:cubicBezTo>
                  <a:pt x="1128156" y="338310"/>
                  <a:pt x="1102027" y="192006"/>
                  <a:pt x="1050822" y="53724"/>
                </a:cubicBezTo>
                <a:cubicBezTo>
                  <a:pt x="1034868" y="10995"/>
                  <a:pt x="987294" y="-10715"/>
                  <a:pt x="944565" y="5238"/>
                </a:cubicBezTo>
                <a:cubicBezTo>
                  <a:pt x="901835" y="21191"/>
                  <a:pt x="880126" y="68765"/>
                  <a:pt x="896079" y="111495"/>
                </a:cubicBezTo>
                <a:cubicBezTo>
                  <a:pt x="1102704" y="666834"/>
                  <a:pt x="820016" y="1284533"/>
                  <a:pt x="264672" y="1491158"/>
                </a:cubicBezTo>
                <a:cubicBezTo>
                  <a:pt x="260711" y="1492635"/>
                  <a:pt x="256741" y="1494084"/>
                  <a:pt x="252763" y="1495511"/>
                </a:cubicBezTo>
                <a:lnTo>
                  <a:pt x="252763" y="1495511"/>
                </a:lnTo>
                <a:lnTo>
                  <a:pt x="327865" y="1364290"/>
                </a:lnTo>
                <a:cubicBezTo>
                  <a:pt x="350655" y="1324634"/>
                  <a:pt x="336984" y="1274015"/>
                  <a:pt x="297329" y="1251225"/>
                </a:cubicBezTo>
                <a:cubicBezTo>
                  <a:pt x="257674" y="1228434"/>
                  <a:pt x="207054" y="1242105"/>
                  <a:pt x="184264" y="1281760"/>
                </a:cubicBezTo>
                <a:lnTo>
                  <a:pt x="10952" y="1585881"/>
                </a:lnTo>
                <a:cubicBezTo>
                  <a:pt x="-11723" y="1625421"/>
                  <a:pt x="1944" y="1675854"/>
                  <a:pt x="41484" y="1698529"/>
                </a:cubicBezTo>
                <a:cubicBezTo>
                  <a:pt x="41484" y="1698533"/>
                  <a:pt x="41488" y="1698533"/>
                  <a:pt x="41488" y="1698533"/>
                </a:cubicBezTo>
                <a:lnTo>
                  <a:pt x="345609" y="1872258"/>
                </a:lnTo>
                <a:cubicBezTo>
                  <a:pt x="385264" y="1895048"/>
                  <a:pt x="435883" y="1881377"/>
                  <a:pt x="458674" y="1841722"/>
                </a:cubicBezTo>
                <a:cubicBezTo>
                  <a:pt x="481464" y="1802067"/>
                  <a:pt x="467793" y="1751447"/>
                  <a:pt x="428138" y="1728657"/>
                </a:cubicBezTo>
                <a:lnTo>
                  <a:pt x="299392" y="1655618"/>
                </a:lnTo>
                <a:cubicBezTo>
                  <a:pt x="797279" y="1482901"/>
                  <a:pt x="1130277" y="1012752"/>
                  <a:pt x="1127986" y="485765"/>
                </a:cubicBezTo>
                <a:close/>
              </a:path>
            </a:pathLst>
          </a:custGeom>
          <a:solidFill>
            <a:srgbClr val="000000"/>
          </a:solidFill>
          <a:ln w="4117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sp>
        <p:nvSpPr>
          <p:cNvPr id="14" name="Forme libre : forme 13">
            <a:extLst>
              <a:ext uri="{FF2B5EF4-FFF2-40B4-BE49-F238E27FC236}">
                <a16:creationId xmlns:a16="http://schemas.microsoft.com/office/drawing/2014/main" id="{0CA8C853-D560-56A3-DD61-505F4D1262A1}"/>
              </a:ext>
            </a:extLst>
          </p:cNvPr>
          <p:cNvSpPr/>
          <p:nvPr/>
        </p:nvSpPr>
        <p:spPr>
          <a:xfrm rot="3024517" flipH="1">
            <a:off x="7525679" y="2112345"/>
            <a:ext cx="1935365" cy="577704"/>
          </a:xfrm>
          <a:custGeom>
            <a:avLst/>
            <a:gdLst>
              <a:gd name="connsiteX0" fmla="*/ 1502912 w 1935365"/>
              <a:gd name="connsiteY0" fmla="*/ 412495 h 577704"/>
              <a:gd name="connsiteX1" fmla="*/ 1420382 w 1935365"/>
              <a:gd name="connsiteY1" fmla="*/ 495024 h 577704"/>
              <a:gd name="connsiteX2" fmla="*/ 1502912 w 1935365"/>
              <a:gd name="connsiteY2" fmla="*/ 577553 h 577704"/>
              <a:gd name="connsiteX3" fmla="*/ 1842107 w 1935365"/>
              <a:gd name="connsiteY3" fmla="*/ 577553 h 577704"/>
              <a:gd name="connsiteX4" fmla="*/ 1851598 w 1935365"/>
              <a:gd name="connsiteY4" fmla="*/ 577553 h 577704"/>
              <a:gd name="connsiteX5" fmla="*/ 1896164 w 1935365"/>
              <a:gd name="connsiteY5" fmla="*/ 563936 h 577704"/>
              <a:gd name="connsiteX6" fmla="*/ 1901941 w 1935365"/>
              <a:gd name="connsiteY6" fmla="*/ 560222 h 577704"/>
              <a:gd name="connsiteX7" fmla="*/ 1904417 w 1935365"/>
              <a:gd name="connsiteY7" fmla="*/ 558159 h 577704"/>
              <a:gd name="connsiteX8" fmla="*/ 1904417 w 1935365"/>
              <a:gd name="connsiteY8" fmla="*/ 558159 h 577704"/>
              <a:gd name="connsiteX9" fmla="*/ 1909781 w 1935365"/>
              <a:gd name="connsiteY9" fmla="*/ 554032 h 577704"/>
              <a:gd name="connsiteX10" fmla="*/ 1935365 w 1935365"/>
              <a:gd name="connsiteY10" fmla="*/ 495024 h 577704"/>
              <a:gd name="connsiteX11" fmla="*/ 1935365 w 1935365"/>
              <a:gd name="connsiteY11" fmla="*/ 145100 h 577704"/>
              <a:gd name="connsiteX12" fmla="*/ 1852836 w 1935365"/>
              <a:gd name="connsiteY12" fmla="*/ 62570 h 577704"/>
              <a:gd name="connsiteX13" fmla="*/ 1770306 w 1935365"/>
              <a:gd name="connsiteY13" fmla="*/ 145100 h 577704"/>
              <a:gd name="connsiteX14" fmla="*/ 1770306 w 1935365"/>
              <a:gd name="connsiteY14" fmla="*/ 295716 h 577704"/>
              <a:gd name="connsiteX15" fmla="*/ 1770306 w 1935365"/>
              <a:gd name="connsiteY15" fmla="*/ 295716 h 577704"/>
              <a:gd name="connsiteX16" fmla="*/ 25150 w 1935365"/>
              <a:gd name="connsiteY16" fmla="*/ 435054 h 577704"/>
              <a:gd name="connsiteX17" fmla="*/ 19447 w 1935365"/>
              <a:gd name="connsiteY17" fmla="*/ 441792 h 577704"/>
              <a:gd name="connsiteX18" fmla="*/ 29351 w 1935365"/>
              <a:gd name="connsiteY18" fmla="*/ 558159 h 577704"/>
              <a:gd name="connsiteX19" fmla="*/ 145717 w 1935365"/>
              <a:gd name="connsiteY19" fmla="*/ 548255 h 577704"/>
              <a:gd name="connsiteX20" fmla="*/ 1651052 w 1935365"/>
              <a:gd name="connsiteY20" fmla="*/ 411257 h 577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935365" h="577704">
                <a:moveTo>
                  <a:pt x="1502912" y="412495"/>
                </a:moveTo>
                <a:cubicBezTo>
                  <a:pt x="1457331" y="412495"/>
                  <a:pt x="1420382" y="449443"/>
                  <a:pt x="1420382" y="495024"/>
                </a:cubicBezTo>
                <a:cubicBezTo>
                  <a:pt x="1420382" y="540605"/>
                  <a:pt x="1457331" y="577553"/>
                  <a:pt x="1502912" y="577553"/>
                </a:cubicBezTo>
                <a:lnTo>
                  <a:pt x="1842107" y="577553"/>
                </a:lnTo>
                <a:cubicBezTo>
                  <a:pt x="1845268" y="577755"/>
                  <a:pt x="1848437" y="577755"/>
                  <a:pt x="1851598" y="577553"/>
                </a:cubicBezTo>
                <a:cubicBezTo>
                  <a:pt x="1867480" y="577557"/>
                  <a:pt x="1883000" y="572816"/>
                  <a:pt x="1896164" y="563936"/>
                </a:cubicBezTo>
                <a:lnTo>
                  <a:pt x="1901941" y="560222"/>
                </a:lnTo>
                <a:lnTo>
                  <a:pt x="1904417" y="558159"/>
                </a:lnTo>
                <a:lnTo>
                  <a:pt x="1904417" y="558159"/>
                </a:lnTo>
                <a:lnTo>
                  <a:pt x="1909781" y="554032"/>
                </a:lnTo>
                <a:cubicBezTo>
                  <a:pt x="1925936" y="538632"/>
                  <a:pt x="1935167" y="517344"/>
                  <a:pt x="1935365" y="495024"/>
                </a:cubicBezTo>
                <a:lnTo>
                  <a:pt x="1935365" y="145100"/>
                </a:lnTo>
                <a:cubicBezTo>
                  <a:pt x="1935365" y="99519"/>
                  <a:pt x="1898417" y="62570"/>
                  <a:pt x="1852836" y="62570"/>
                </a:cubicBezTo>
                <a:cubicBezTo>
                  <a:pt x="1807255" y="62570"/>
                  <a:pt x="1770306" y="99519"/>
                  <a:pt x="1770306" y="145100"/>
                </a:cubicBezTo>
                <a:lnTo>
                  <a:pt x="1770306" y="295716"/>
                </a:lnTo>
                <a:lnTo>
                  <a:pt x="1770306" y="295716"/>
                </a:lnTo>
                <a:cubicBezTo>
                  <a:pt x="1249918" y="-147719"/>
                  <a:pt x="468584" y="-85335"/>
                  <a:pt x="25150" y="435054"/>
                </a:cubicBezTo>
                <a:cubicBezTo>
                  <a:pt x="23239" y="437290"/>
                  <a:pt x="21341" y="439539"/>
                  <a:pt x="19447" y="441792"/>
                </a:cubicBezTo>
                <a:cubicBezTo>
                  <a:pt x="-9950" y="476661"/>
                  <a:pt x="-5518" y="528762"/>
                  <a:pt x="29351" y="558159"/>
                </a:cubicBezTo>
                <a:cubicBezTo>
                  <a:pt x="64219" y="587556"/>
                  <a:pt x="116320" y="583124"/>
                  <a:pt x="145717" y="548255"/>
                </a:cubicBezTo>
                <a:cubicBezTo>
                  <a:pt x="524687" y="96865"/>
                  <a:pt x="1196823" y="35699"/>
                  <a:pt x="1651052" y="411257"/>
                </a:cubicBezTo>
                <a:close/>
              </a:path>
            </a:pathLst>
          </a:custGeom>
          <a:solidFill>
            <a:srgbClr val="000000"/>
          </a:solidFill>
          <a:ln w="41176" cap="flat">
            <a:noFill/>
            <a:prstDash val="solid"/>
            <a:miter/>
          </a:ln>
        </p:spPr>
        <p:txBody>
          <a:bodyPr rtlCol="0" anchor="ctr"/>
          <a:lstStyle/>
          <a:p>
            <a:endParaRPr lang="fr-FR"/>
          </a:p>
        </p:txBody>
      </p:sp>
      <p:grpSp>
        <p:nvGrpSpPr>
          <p:cNvPr id="96" name="Groupe 95">
            <a:extLst>
              <a:ext uri="{FF2B5EF4-FFF2-40B4-BE49-F238E27FC236}">
                <a16:creationId xmlns:a16="http://schemas.microsoft.com/office/drawing/2014/main" id="{866C61E6-EDC5-EDCB-AC0B-92CE52FE945C}"/>
              </a:ext>
            </a:extLst>
          </p:cNvPr>
          <p:cNvGrpSpPr/>
          <p:nvPr/>
        </p:nvGrpSpPr>
        <p:grpSpPr>
          <a:xfrm>
            <a:off x="4619634" y="2986440"/>
            <a:ext cx="816992" cy="1096087"/>
            <a:chOff x="4916578" y="-428306"/>
            <a:chExt cx="1754603" cy="2278709"/>
          </a:xfrm>
        </p:grpSpPr>
        <p:pic>
          <p:nvPicPr>
            <p:cNvPr id="97" name="Graphique 96" descr="Paie avec un remplissage uni">
              <a:extLst>
                <a:ext uri="{FF2B5EF4-FFF2-40B4-BE49-F238E27FC236}">
                  <a16:creationId xmlns:a16="http://schemas.microsoft.com/office/drawing/2014/main" id="{AFAE4197-BE15-C5F5-C544-DC5B07B8F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916578" y="95800"/>
              <a:ext cx="1754603" cy="1754603"/>
            </a:xfrm>
            <a:prstGeom prst="rect">
              <a:avLst/>
            </a:prstGeom>
          </p:spPr>
        </p:pic>
        <p:pic>
          <p:nvPicPr>
            <p:cNvPr id="98" name="Image 97">
              <a:extLst>
                <a:ext uri="{FF2B5EF4-FFF2-40B4-BE49-F238E27FC236}">
                  <a16:creationId xmlns:a16="http://schemas.microsoft.com/office/drawing/2014/main" id="{40515E1F-F0B2-49AE-DFED-93F203F3EC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/>
            <a:srcRect l="19872" r="22265" b="38515"/>
            <a:stretch>
              <a:fillRect/>
            </a:stretch>
          </p:blipFill>
          <p:spPr>
            <a:xfrm>
              <a:off x="5108982" y="-428306"/>
              <a:ext cx="1333896" cy="1389824"/>
            </a:xfrm>
            <a:prstGeom prst="roundRect">
              <a:avLst>
                <a:gd name="adj" fmla="val 20951"/>
              </a:avLst>
            </a:prstGeom>
          </p:spPr>
        </p:pic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182A7992-43FD-60CD-F86C-E41634D587D5}"/>
              </a:ext>
            </a:extLst>
          </p:cNvPr>
          <p:cNvSpPr txBox="1"/>
          <p:nvPr/>
        </p:nvSpPr>
        <p:spPr>
          <a:xfrm>
            <a:off x="3618438" y="3953204"/>
            <a:ext cx="236801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noProof="0" dirty="0">
                <a:solidFill>
                  <a:srgbClr val="8E7653"/>
                </a:solidFill>
                <a:latin typeface="Amasis MT Pro Black" panose="02040A04050005020304" pitchFamily="18" charset="0"/>
              </a:rPr>
              <a:t>1 happy </a:t>
            </a:r>
            <a:br>
              <a:rPr lang="en-US" sz="2800" noProof="0" dirty="0">
                <a:solidFill>
                  <a:srgbClr val="8E7653"/>
                </a:solidFill>
                <a:latin typeface="Amasis MT Pro Black" panose="02040A04050005020304" pitchFamily="18" charset="0"/>
              </a:rPr>
            </a:br>
            <a:r>
              <a:rPr lang="en-US" sz="2800" noProof="0" dirty="0">
                <a:solidFill>
                  <a:srgbClr val="8E7653"/>
                </a:solidFill>
                <a:latin typeface="Amasis MT Pro Black" panose="02040A04050005020304" pitchFamily="18" charset="0"/>
              </a:rPr>
              <a:t>Grandad</a:t>
            </a:r>
          </a:p>
        </p:txBody>
      </p:sp>
    </p:spTree>
    <p:extLst>
      <p:ext uri="{BB962C8B-B14F-4D97-AF65-F5344CB8AC3E}">
        <p14:creationId xmlns:p14="http://schemas.microsoft.com/office/powerpoint/2010/main" val="170018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FBA53-AE9E-E1F1-99E3-6D394BBA9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e 4">
            <a:extLst>
              <a:ext uri="{FF2B5EF4-FFF2-40B4-BE49-F238E27FC236}">
                <a16:creationId xmlns:a16="http://schemas.microsoft.com/office/drawing/2014/main" id="{6B4D0362-DD16-9BED-4EB3-5EE2A539E350}"/>
              </a:ext>
            </a:extLst>
          </p:cNvPr>
          <p:cNvGrpSpPr/>
          <p:nvPr/>
        </p:nvGrpSpPr>
        <p:grpSpPr>
          <a:xfrm>
            <a:off x="1473200" y="-186267"/>
            <a:ext cx="9099682" cy="8288867"/>
            <a:chOff x="1473200" y="-186267"/>
            <a:chExt cx="9099682" cy="828886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A05D841-CF92-DA67-2B6E-657E4EB88D49}"/>
                </a:ext>
              </a:extLst>
            </p:cNvPr>
            <p:cNvSpPr/>
            <p:nvPr/>
          </p:nvSpPr>
          <p:spPr>
            <a:xfrm>
              <a:off x="1473200" y="-186267"/>
              <a:ext cx="9099682" cy="828886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C6EFE107-4137-9CC1-DC71-8D37FEFB236E}"/>
                </a:ext>
              </a:extLst>
            </p:cNvPr>
            <p:cNvSpPr/>
            <p:nvPr/>
          </p:nvSpPr>
          <p:spPr>
            <a:xfrm rot="2747990" flipH="1">
              <a:off x="7174834" y="5828688"/>
              <a:ext cx="1365853" cy="1710627"/>
            </a:xfrm>
            <a:custGeom>
              <a:avLst/>
              <a:gdLst>
                <a:gd name="connsiteX0" fmla="*/ 1291309 w 1365853"/>
                <a:gd name="connsiteY0" fmla="*/ 1547776 h 1710627"/>
                <a:gd name="connsiteX1" fmla="*/ 395866 w 1365853"/>
                <a:gd name="connsiteY1" fmla="*/ 489751 h 1710627"/>
                <a:gd name="connsiteX2" fmla="*/ 415673 w 1365853"/>
                <a:gd name="connsiteY2" fmla="*/ 296219 h 1710627"/>
                <a:gd name="connsiteX3" fmla="*/ 418974 w 1365853"/>
                <a:gd name="connsiteY3" fmla="*/ 296219 h 1710627"/>
                <a:gd name="connsiteX4" fmla="*/ 494488 w 1365853"/>
                <a:gd name="connsiteY4" fmla="*/ 427028 h 1710627"/>
                <a:gd name="connsiteX5" fmla="*/ 607347 w 1365853"/>
                <a:gd name="connsiteY5" fmla="*/ 457358 h 1710627"/>
                <a:gd name="connsiteX6" fmla="*/ 637677 w 1365853"/>
                <a:gd name="connsiteY6" fmla="*/ 344499 h 1710627"/>
                <a:gd name="connsiteX7" fmla="*/ 462302 w 1365853"/>
                <a:gd name="connsiteY7" fmla="*/ 41204 h 1710627"/>
                <a:gd name="connsiteX8" fmla="*/ 412372 w 1365853"/>
                <a:gd name="connsiteY8" fmla="*/ 2828 h 1710627"/>
                <a:gd name="connsiteX9" fmla="*/ 349649 w 1365853"/>
                <a:gd name="connsiteY9" fmla="*/ 11081 h 1710627"/>
                <a:gd name="connsiteX10" fmla="*/ 44291 w 1365853"/>
                <a:gd name="connsiteY10" fmla="*/ 187281 h 1710627"/>
                <a:gd name="connsiteX11" fmla="*/ 9418 w 1365853"/>
                <a:gd name="connsiteY11" fmla="*/ 298662 h 1710627"/>
                <a:gd name="connsiteX12" fmla="*/ 120800 w 1365853"/>
                <a:gd name="connsiteY12" fmla="*/ 333535 h 1710627"/>
                <a:gd name="connsiteX13" fmla="*/ 126820 w 1365853"/>
                <a:gd name="connsiteY13" fmla="*/ 330056 h 1710627"/>
                <a:gd name="connsiteX14" fmla="*/ 253090 w 1365853"/>
                <a:gd name="connsiteY14" fmla="*/ 257018 h 1710627"/>
                <a:gd name="connsiteX15" fmla="*/ 230807 w 1365853"/>
                <a:gd name="connsiteY15" fmla="*/ 489751 h 1710627"/>
                <a:gd name="connsiteX16" fmla="*/ 1262424 w 1365853"/>
                <a:gd name="connsiteY16" fmla="*/ 1710359 h 1710627"/>
                <a:gd name="connsiteX17" fmla="*/ 1276454 w 1365853"/>
                <a:gd name="connsiteY17" fmla="*/ 1710359 h 1710627"/>
                <a:gd name="connsiteX18" fmla="*/ 1365585 w 1365853"/>
                <a:gd name="connsiteY18" fmla="*/ 1634432 h 1710627"/>
                <a:gd name="connsiteX19" fmla="*/ 1289658 w 1365853"/>
                <a:gd name="connsiteY19" fmla="*/ 1545301 h 171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65853" h="1710627">
                  <a:moveTo>
                    <a:pt x="1291309" y="1547776"/>
                  </a:moveTo>
                  <a:cubicBezTo>
                    <a:pt x="773685" y="1462540"/>
                    <a:pt x="394360" y="1014344"/>
                    <a:pt x="395866" y="489751"/>
                  </a:cubicBezTo>
                  <a:cubicBezTo>
                    <a:pt x="396646" y="424775"/>
                    <a:pt x="403273" y="360006"/>
                    <a:pt x="415673" y="296219"/>
                  </a:cubicBezTo>
                  <a:lnTo>
                    <a:pt x="418974" y="296219"/>
                  </a:lnTo>
                  <a:lnTo>
                    <a:pt x="494488" y="427028"/>
                  </a:lnTo>
                  <a:cubicBezTo>
                    <a:pt x="517279" y="466568"/>
                    <a:pt x="567807" y="480148"/>
                    <a:pt x="607347" y="457358"/>
                  </a:cubicBezTo>
                  <a:cubicBezTo>
                    <a:pt x="646887" y="434567"/>
                    <a:pt x="660467" y="384039"/>
                    <a:pt x="637677" y="344499"/>
                  </a:cubicBezTo>
                  <a:lnTo>
                    <a:pt x="462302" y="41204"/>
                  </a:lnTo>
                  <a:cubicBezTo>
                    <a:pt x="451383" y="22317"/>
                    <a:pt x="433433" y="8518"/>
                    <a:pt x="412372" y="2828"/>
                  </a:cubicBezTo>
                  <a:cubicBezTo>
                    <a:pt x="391199" y="-2863"/>
                    <a:pt x="368631" y="108"/>
                    <a:pt x="349649" y="11081"/>
                  </a:cubicBezTo>
                  <a:lnTo>
                    <a:pt x="44291" y="187281"/>
                  </a:lnTo>
                  <a:cubicBezTo>
                    <a:pt x="3905" y="208408"/>
                    <a:pt x="-11709" y="258277"/>
                    <a:pt x="9418" y="298662"/>
                  </a:cubicBezTo>
                  <a:cubicBezTo>
                    <a:pt x="30546" y="339052"/>
                    <a:pt x="80414" y="354663"/>
                    <a:pt x="120800" y="333535"/>
                  </a:cubicBezTo>
                  <a:cubicBezTo>
                    <a:pt x="122855" y="332462"/>
                    <a:pt x="124864" y="331303"/>
                    <a:pt x="126820" y="330056"/>
                  </a:cubicBezTo>
                  <a:lnTo>
                    <a:pt x="253090" y="257018"/>
                  </a:lnTo>
                  <a:cubicBezTo>
                    <a:pt x="238404" y="333729"/>
                    <a:pt x="230943" y="411649"/>
                    <a:pt x="230807" y="489751"/>
                  </a:cubicBezTo>
                  <a:cubicBezTo>
                    <a:pt x="228934" y="1094509"/>
                    <a:pt x="665811" y="1611423"/>
                    <a:pt x="1262424" y="1710359"/>
                  </a:cubicBezTo>
                  <a:lnTo>
                    <a:pt x="1276454" y="1710359"/>
                  </a:lnTo>
                  <a:cubicBezTo>
                    <a:pt x="1322035" y="1714007"/>
                    <a:pt x="1361937" y="1680013"/>
                    <a:pt x="1365585" y="1634432"/>
                  </a:cubicBezTo>
                  <a:cubicBezTo>
                    <a:pt x="1369233" y="1588851"/>
                    <a:pt x="1335239" y="1548948"/>
                    <a:pt x="1289658" y="1545301"/>
                  </a:cubicBezTo>
                  <a:close/>
                </a:path>
              </a:pathLst>
            </a:custGeom>
            <a:solidFill>
              <a:srgbClr val="000000"/>
            </a:solidFill>
            <a:ln w="411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pic>
          <p:nvPicPr>
            <p:cNvPr id="38" name="Graphique 37" descr="Réseau en ligne avec un remplissage uni">
              <a:extLst>
                <a:ext uri="{FF2B5EF4-FFF2-40B4-BE49-F238E27FC236}">
                  <a16:creationId xmlns:a16="http://schemas.microsoft.com/office/drawing/2014/main" id="{0923491F-2248-E0A8-F85C-73B4636916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07222" y="3583776"/>
              <a:ext cx="2665660" cy="2665660"/>
            </a:xfrm>
            <a:prstGeom prst="rect">
              <a:avLst/>
            </a:prstGeom>
          </p:spPr>
        </p:pic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E57200C-F5D7-3CF7-EFA5-8560E21D3825}"/>
                </a:ext>
              </a:extLst>
            </p:cNvPr>
            <p:cNvSpPr/>
            <p:nvPr/>
          </p:nvSpPr>
          <p:spPr>
            <a:xfrm>
              <a:off x="8647751" y="4110972"/>
              <a:ext cx="1172018" cy="16465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67" name="Groupe 66">
              <a:extLst>
                <a:ext uri="{FF2B5EF4-FFF2-40B4-BE49-F238E27FC236}">
                  <a16:creationId xmlns:a16="http://schemas.microsoft.com/office/drawing/2014/main" id="{60C10BAF-4897-A1D6-7100-309DBB5E947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82161" y="3556523"/>
              <a:ext cx="4846199" cy="4278292"/>
              <a:chOff x="758445" y="3037225"/>
              <a:chExt cx="2107043" cy="1860127"/>
            </a:xfrm>
            <a:solidFill>
              <a:srgbClr val="F0E8DD"/>
            </a:solidFill>
          </p:grpSpPr>
          <p:sp>
            <p:nvSpPr>
              <p:cNvPr id="53" name="Forme libre : forme 52">
                <a:extLst>
                  <a:ext uri="{FF2B5EF4-FFF2-40B4-BE49-F238E27FC236}">
                    <a16:creationId xmlns:a16="http://schemas.microsoft.com/office/drawing/2014/main" id="{B1A81B52-651E-E297-4EB8-441201A95EE3}"/>
                  </a:ext>
                </a:extLst>
              </p:cNvPr>
              <p:cNvSpPr/>
              <p:nvPr/>
            </p:nvSpPr>
            <p:spPr>
              <a:xfrm>
                <a:off x="758445" y="3037225"/>
                <a:ext cx="2107043" cy="1564589"/>
              </a:xfrm>
              <a:custGeom>
                <a:avLst/>
                <a:gdLst>
                  <a:gd name="connsiteX0" fmla="*/ 9556 w 2107043"/>
                  <a:gd name="connsiteY0" fmla="*/ 858427 h 1564589"/>
                  <a:gd name="connsiteX1" fmla="*/ 9556 w 2107043"/>
                  <a:gd name="connsiteY1" fmla="*/ 757774 h 1564589"/>
                  <a:gd name="connsiteX2" fmla="*/ 5757 w 2107043"/>
                  <a:gd name="connsiteY2" fmla="*/ 687507 h 1564589"/>
                  <a:gd name="connsiteX3" fmla="*/ 16392 w 2107043"/>
                  <a:gd name="connsiteY3" fmla="*/ 605466 h 1564589"/>
                  <a:gd name="connsiteX4" fmla="*/ 48677 w 2107043"/>
                  <a:gd name="connsiteY4" fmla="*/ 605466 h 1564589"/>
                  <a:gd name="connsiteX5" fmla="*/ 80582 w 2107043"/>
                  <a:gd name="connsiteY5" fmla="*/ 575840 h 1564589"/>
                  <a:gd name="connsiteX6" fmla="*/ 137935 w 2107043"/>
                  <a:gd name="connsiteY6" fmla="*/ 537858 h 1564589"/>
                  <a:gd name="connsiteX7" fmla="*/ 222635 w 2107043"/>
                  <a:gd name="connsiteY7" fmla="*/ 519247 h 1564589"/>
                  <a:gd name="connsiteX8" fmla="*/ 307715 w 2107043"/>
                  <a:gd name="connsiteY8" fmla="*/ 486582 h 1564589"/>
                  <a:gd name="connsiteX9" fmla="*/ 390515 w 2107043"/>
                  <a:gd name="connsiteY9" fmla="*/ 464173 h 1564589"/>
                  <a:gd name="connsiteX10" fmla="*/ 444450 w 2107043"/>
                  <a:gd name="connsiteY10" fmla="*/ 399224 h 1564589"/>
                  <a:gd name="connsiteX11" fmla="*/ 458883 w 2107043"/>
                  <a:gd name="connsiteY11" fmla="*/ 334654 h 1564589"/>
                  <a:gd name="connsiteX12" fmla="*/ 481293 w 2107043"/>
                  <a:gd name="connsiteY12" fmla="*/ 310726 h 1564589"/>
                  <a:gd name="connsiteX13" fmla="*/ 519275 w 2107043"/>
                  <a:gd name="connsiteY13" fmla="*/ 338832 h 1564589"/>
                  <a:gd name="connsiteX14" fmla="*/ 533708 w 2107043"/>
                  <a:gd name="connsiteY14" fmla="*/ 284898 h 1564589"/>
                  <a:gd name="connsiteX15" fmla="*/ 577007 w 2107043"/>
                  <a:gd name="connsiteY15" fmla="*/ 287936 h 1564589"/>
                  <a:gd name="connsiteX16" fmla="*/ 583084 w 2107043"/>
                  <a:gd name="connsiteY16" fmla="*/ 241218 h 1564589"/>
                  <a:gd name="connsiteX17" fmla="*/ 610052 w 2107043"/>
                  <a:gd name="connsiteY17" fmla="*/ 220328 h 1564589"/>
                  <a:gd name="connsiteX18" fmla="*/ 626764 w 2107043"/>
                  <a:gd name="connsiteY18" fmla="*/ 191082 h 1564589"/>
                  <a:gd name="connsiteX19" fmla="*/ 709185 w 2107043"/>
                  <a:gd name="connsiteY19" fmla="*/ 153100 h 1564589"/>
                  <a:gd name="connsiteX20" fmla="*/ 780971 w 2107043"/>
                  <a:gd name="connsiteY20" fmla="*/ 210073 h 1564589"/>
                  <a:gd name="connsiteX21" fmla="*/ 835285 w 2107043"/>
                  <a:gd name="connsiteY21" fmla="*/ 210073 h 1564589"/>
                  <a:gd name="connsiteX22" fmla="*/ 847060 w 2107043"/>
                  <a:gd name="connsiteY22" fmla="*/ 187284 h 1564589"/>
                  <a:gd name="connsiteX23" fmla="*/ 847060 w 2107043"/>
                  <a:gd name="connsiteY23" fmla="*/ 160696 h 1564589"/>
                  <a:gd name="connsiteX24" fmla="*/ 872128 w 2107043"/>
                  <a:gd name="connsiteY24" fmla="*/ 125753 h 1564589"/>
                  <a:gd name="connsiteX25" fmla="*/ 923783 w 2107043"/>
                  <a:gd name="connsiteY25" fmla="*/ 69160 h 1564589"/>
                  <a:gd name="connsiteX26" fmla="*/ 995190 w 2107043"/>
                  <a:gd name="connsiteY26" fmla="*/ 58525 h 1564589"/>
                  <a:gd name="connsiteX27" fmla="*/ 1008103 w 2107043"/>
                  <a:gd name="connsiteY27" fmla="*/ 37255 h 1564589"/>
                  <a:gd name="connsiteX28" fmla="*/ 1021777 w 2107043"/>
                  <a:gd name="connsiteY28" fmla="*/ 27759 h 1564589"/>
                  <a:gd name="connsiteX29" fmla="*/ 1047985 w 2107043"/>
                  <a:gd name="connsiteY29" fmla="*/ 36875 h 1564589"/>
                  <a:gd name="connsiteX30" fmla="*/ 1157373 w 2107043"/>
                  <a:gd name="connsiteY30" fmla="*/ 60044 h 1564589"/>
                  <a:gd name="connsiteX31" fmla="*/ 1192316 w 2107043"/>
                  <a:gd name="connsiteY31" fmla="*/ 70299 h 1564589"/>
                  <a:gd name="connsiteX32" fmla="*/ 1216625 w 2107043"/>
                  <a:gd name="connsiteY32" fmla="*/ 64222 h 1564589"/>
                  <a:gd name="connsiteX33" fmla="*/ 1178643 w 2107043"/>
                  <a:gd name="connsiteY33" fmla="*/ 127652 h 1564589"/>
                  <a:gd name="connsiteX34" fmla="*/ 1169527 w 2107043"/>
                  <a:gd name="connsiteY34" fmla="*/ 168673 h 1564589"/>
                  <a:gd name="connsiteX35" fmla="*/ 1155854 w 2107043"/>
                  <a:gd name="connsiteY35" fmla="*/ 206655 h 1564589"/>
                  <a:gd name="connsiteX36" fmla="*/ 1246631 w 2107043"/>
                  <a:gd name="connsiteY36" fmla="*/ 271224 h 1564589"/>
                  <a:gd name="connsiteX37" fmla="*/ 1331331 w 2107043"/>
                  <a:gd name="connsiteY37" fmla="*/ 315283 h 1564589"/>
                  <a:gd name="connsiteX38" fmla="*/ 1422108 w 2107043"/>
                  <a:gd name="connsiteY38" fmla="*/ 356684 h 1564589"/>
                  <a:gd name="connsiteX39" fmla="*/ 1480600 w 2107043"/>
                  <a:gd name="connsiteY39" fmla="*/ 152720 h 1564589"/>
                  <a:gd name="connsiteX40" fmla="*/ 1499211 w 2107043"/>
                  <a:gd name="connsiteY40" fmla="*/ 49409 h 1564589"/>
                  <a:gd name="connsiteX41" fmla="*/ 1539852 w 2107043"/>
                  <a:gd name="connsiteY41" fmla="*/ 11427 h 1564589"/>
                  <a:gd name="connsiteX42" fmla="*/ 1577834 w 2107043"/>
                  <a:gd name="connsiteY42" fmla="*/ 110180 h 1564589"/>
                  <a:gd name="connsiteX43" fmla="*/ 1589229 w 2107043"/>
                  <a:gd name="connsiteY43" fmla="*/ 158797 h 1564589"/>
                  <a:gd name="connsiteX44" fmla="*/ 1595686 w 2107043"/>
                  <a:gd name="connsiteY44" fmla="*/ 183106 h 1564589"/>
                  <a:gd name="connsiteX45" fmla="*/ 1633668 w 2107043"/>
                  <a:gd name="connsiteY45" fmla="*/ 178548 h 1564589"/>
                  <a:gd name="connsiteX46" fmla="*/ 1680386 w 2107043"/>
                  <a:gd name="connsiteY46" fmla="*/ 262488 h 1564589"/>
                  <a:gd name="connsiteX47" fmla="*/ 1718368 w 2107043"/>
                  <a:gd name="connsiteY47" fmla="*/ 354405 h 1564589"/>
                  <a:gd name="connsiteX48" fmla="*/ 1747234 w 2107043"/>
                  <a:gd name="connsiteY48" fmla="*/ 437965 h 1564589"/>
                  <a:gd name="connsiteX49" fmla="*/ 1844848 w 2107043"/>
                  <a:gd name="connsiteY49" fmla="*/ 495318 h 1564589"/>
                  <a:gd name="connsiteX50" fmla="*/ 1890426 w 2107043"/>
                  <a:gd name="connsiteY50" fmla="*/ 568624 h 1564589"/>
                  <a:gd name="connsiteX51" fmla="*/ 1904860 w 2107043"/>
                  <a:gd name="connsiteY51" fmla="*/ 606606 h 1564589"/>
                  <a:gd name="connsiteX52" fmla="*/ 1949678 w 2107043"/>
                  <a:gd name="connsiteY52" fmla="*/ 625217 h 1564589"/>
                  <a:gd name="connsiteX53" fmla="*/ 1967910 w 2107043"/>
                  <a:gd name="connsiteY53" fmla="*/ 659781 h 1564589"/>
                  <a:gd name="connsiteX54" fmla="*/ 1995257 w 2107043"/>
                  <a:gd name="connsiteY54" fmla="*/ 697763 h 1564589"/>
                  <a:gd name="connsiteX55" fmla="*/ 2076538 w 2107043"/>
                  <a:gd name="connsiteY55" fmla="*/ 780943 h 1564589"/>
                  <a:gd name="connsiteX56" fmla="*/ 2084894 w 2107043"/>
                  <a:gd name="connsiteY56" fmla="*/ 858427 h 1564589"/>
                  <a:gd name="connsiteX57" fmla="*/ 2106924 w 2107043"/>
                  <a:gd name="connsiteY57" fmla="*/ 969714 h 1564589"/>
                  <a:gd name="connsiteX58" fmla="*/ 2078817 w 2107043"/>
                  <a:gd name="connsiteY58" fmla="*/ 1101132 h 1564589"/>
                  <a:gd name="connsiteX59" fmla="*/ 2035138 w 2107043"/>
                  <a:gd name="connsiteY59" fmla="*/ 1200265 h 1564589"/>
                  <a:gd name="connsiteX60" fmla="*/ 1930307 w 2107043"/>
                  <a:gd name="connsiteY60" fmla="*/ 1393594 h 1564589"/>
                  <a:gd name="connsiteX61" fmla="*/ 1906379 w 2107043"/>
                  <a:gd name="connsiteY61" fmla="*/ 1494246 h 1564589"/>
                  <a:gd name="connsiteX62" fmla="*/ 1808765 w 2107043"/>
                  <a:gd name="connsiteY62" fmla="*/ 1513237 h 1564589"/>
                  <a:gd name="connsiteX63" fmla="*/ 1732801 w 2107043"/>
                  <a:gd name="connsiteY63" fmla="*/ 1564133 h 1564589"/>
                  <a:gd name="connsiteX64" fmla="*/ 1656837 w 2107043"/>
                  <a:gd name="connsiteY64" fmla="*/ 1510578 h 1564589"/>
                  <a:gd name="connsiteX65" fmla="*/ 1556184 w 2107043"/>
                  <a:gd name="connsiteY65" fmla="*/ 1557296 h 1564589"/>
                  <a:gd name="connsiteX66" fmla="*/ 1444517 w 2107043"/>
                  <a:gd name="connsiteY66" fmla="*/ 1524252 h 1564589"/>
                  <a:gd name="connsiteX67" fmla="*/ 1389823 w 2107043"/>
                  <a:gd name="connsiteY67" fmla="*/ 1439172 h 1564589"/>
                  <a:gd name="connsiteX68" fmla="*/ 1367034 w 2107043"/>
                  <a:gd name="connsiteY68" fmla="*/ 1389036 h 1564589"/>
                  <a:gd name="connsiteX69" fmla="*/ 1317277 w 2107043"/>
                  <a:gd name="connsiteY69" fmla="*/ 1372324 h 1564589"/>
                  <a:gd name="connsiteX70" fmla="*/ 1294488 w 2107043"/>
                  <a:gd name="connsiteY70" fmla="*/ 1296360 h 1564589"/>
                  <a:gd name="connsiteX71" fmla="*/ 1247770 w 2107043"/>
                  <a:gd name="connsiteY71" fmla="*/ 1346876 h 1564589"/>
                  <a:gd name="connsiteX72" fmla="*/ 1264482 w 2107043"/>
                  <a:gd name="connsiteY72" fmla="*/ 1329404 h 1564589"/>
                  <a:gd name="connsiteX73" fmla="*/ 1269800 w 2107043"/>
                  <a:gd name="connsiteY73" fmla="*/ 1285725 h 1564589"/>
                  <a:gd name="connsiteX74" fmla="*/ 1280435 w 2107043"/>
                  <a:gd name="connsiteY74" fmla="*/ 1216217 h 1564589"/>
                  <a:gd name="connsiteX75" fmla="*/ 1229159 w 2107043"/>
                  <a:gd name="connsiteY75" fmla="*/ 1265214 h 1564589"/>
                  <a:gd name="connsiteX76" fmla="*/ 1168008 w 2107043"/>
                  <a:gd name="connsiteY76" fmla="*/ 1327505 h 1564589"/>
                  <a:gd name="connsiteX77" fmla="*/ 1117872 w 2107043"/>
                  <a:gd name="connsiteY77" fmla="*/ 1238247 h 1564589"/>
                  <a:gd name="connsiteX78" fmla="*/ 1060139 w 2107043"/>
                  <a:gd name="connsiteY78" fmla="*/ 1171019 h 1564589"/>
                  <a:gd name="connsiteX79" fmla="*/ 1013421 w 2107043"/>
                  <a:gd name="connsiteY79" fmla="*/ 1162283 h 1564589"/>
                  <a:gd name="connsiteX80" fmla="*/ 949231 w 2107043"/>
                  <a:gd name="connsiteY80" fmla="*/ 1139114 h 1564589"/>
                  <a:gd name="connsiteX81" fmla="*/ 829208 w 2107043"/>
                  <a:gd name="connsiteY81" fmla="*/ 1141773 h 1564589"/>
                  <a:gd name="connsiteX82" fmla="*/ 715262 w 2107043"/>
                  <a:gd name="connsiteY82" fmla="*/ 1175577 h 1564589"/>
                  <a:gd name="connsiteX83" fmla="*/ 601316 w 2107043"/>
                  <a:gd name="connsiteY83" fmla="*/ 1205583 h 1564589"/>
                  <a:gd name="connsiteX84" fmla="*/ 556497 w 2107043"/>
                  <a:gd name="connsiteY84" fmla="*/ 1232170 h 1564589"/>
                  <a:gd name="connsiteX85" fmla="*/ 534847 w 2107043"/>
                  <a:gd name="connsiteY85" fmla="*/ 1265594 h 1564589"/>
                  <a:gd name="connsiteX86" fmla="*/ 417483 w 2107043"/>
                  <a:gd name="connsiteY86" fmla="*/ 1270912 h 1564589"/>
                  <a:gd name="connsiteX87" fmla="*/ 315691 w 2107043"/>
                  <a:gd name="connsiteY87" fmla="*/ 1293321 h 1564589"/>
                  <a:gd name="connsiteX88" fmla="*/ 237448 w 2107043"/>
                  <a:gd name="connsiteY88" fmla="*/ 1338900 h 1564589"/>
                  <a:gd name="connsiteX89" fmla="*/ 84760 w 2107043"/>
                  <a:gd name="connsiteY89" fmla="*/ 1264455 h 1564589"/>
                  <a:gd name="connsiteX90" fmla="*/ 110588 w 2107043"/>
                  <a:gd name="connsiteY90" fmla="*/ 1239766 h 1564589"/>
                  <a:gd name="connsiteX91" fmla="*/ 117425 w 2107043"/>
                  <a:gd name="connsiteY91" fmla="*/ 1177856 h 1564589"/>
                  <a:gd name="connsiteX92" fmla="*/ 83241 w 2107043"/>
                  <a:gd name="connsiteY92" fmla="*/ 1074165 h 1564589"/>
                  <a:gd name="connsiteX93" fmla="*/ 59312 w 2107043"/>
                  <a:gd name="connsiteY93" fmla="*/ 972373 h 1564589"/>
                  <a:gd name="connsiteX94" fmla="*/ 9556 w 2107043"/>
                  <a:gd name="connsiteY94" fmla="*/ 858427 h 1564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</a:cxnLst>
                <a:rect l="l" t="t" r="r" b="b"/>
                <a:pathLst>
                  <a:path w="2107043" h="1564589">
                    <a:moveTo>
                      <a:pt x="9556" y="858427"/>
                    </a:moveTo>
                    <a:cubicBezTo>
                      <a:pt x="50576" y="817786"/>
                      <a:pt x="29306" y="805252"/>
                      <a:pt x="9556" y="757774"/>
                    </a:cubicBezTo>
                    <a:cubicBezTo>
                      <a:pt x="-1694" y="735973"/>
                      <a:pt x="-3076" y="710395"/>
                      <a:pt x="5757" y="687507"/>
                    </a:cubicBezTo>
                    <a:cubicBezTo>
                      <a:pt x="11052" y="660415"/>
                      <a:pt x="14605" y="633011"/>
                      <a:pt x="16392" y="605466"/>
                    </a:cubicBezTo>
                    <a:cubicBezTo>
                      <a:pt x="40701" y="617620"/>
                      <a:pt x="30826" y="617620"/>
                      <a:pt x="48677" y="605466"/>
                    </a:cubicBezTo>
                    <a:cubicBezTo>
                      <a:pt x="60831" y="596730"/>
                      <a:pt x="66908" y="584196"/>
                      <a:pt x="80582" y="575840"/>
                    </a:cubicBezTo>
                    <a:cubicBezTo>
                      <a:pt x="94256" y="567484"/>
                      <a:pt x="118564" y="550772"/>
                      <a:pt x="137935" y="537858"/>
                    </a:cubicBezTo>
                    <a:cubicBezTo>
                      <a:pt x="166801" y="520007"/>
                      <a:pt x="191869" y="527603"/>
                      <a:pt x="222635" y="519247"/>
                    </a:cubicBezTo>
                    <a:cubicBezTo>
                      <a:pt x="253400" y="510891"/>
                      <a:pt x="277709" y="493799"/>
                      <a:pt x="307715" y="486582"/>
                    </a:cubicBezTo>
                    <a:cubicBezTo>
                      <a:pt x="336273" y="483255"/>
                      <a:pt x="364179" y="475704"/>
                      <a:pt x="390515" y="464173"/>
                    </a:cubicBezTo>
                    <a:cubicBezTo>
                      <a:pt x="412743" y="446435"/>
                      <a:pt x="431095" y="424330"/>
                      <a:pt x="444450" y="399224"/>
                    </a:cubicBezTo>
                    <a:cubicBezTo>
                      <a:pt x="463821" y="371877"/>
                      <a:pt x="447868" y="361242"/>
                      <a:pt x="458883" y="334654"/>
                    </a:cubicBezTo>
                    <a:cubicBezTo>
                      <a:pt x="463156" y="324194"/>
                      <a:pt x="471136" y="315675"/>
                      <a:pt x="481293" y="310726"/>
                    </a:cubicBezTo>
                    <a:cubicBezTo>
                      <a:pt x="504462" y="303889"/>
                      <a:pt x="505981" y="319841"/>
                      <a:pt x="519275" y="338832"/>
                    </a:cubicBezTo>
                    <a:cubicBezTo>
                      <a:pt x="538645" y="321740"/>
                      <a:pt x="536746" y="310346"/>
                      <a:pt x="533708" y="284898"/>
                    </a:cubicBezTo>
                    <a:cubicBezTo>
                      <a:pt x="540924" y="284898"/>
                      <a:pt x="571690" y="292114"/>
                      <a:pt x="577007" y="287936"/>
                    </a:cubicBezTo>
                    <a:cubicBezTo>
                      <a:pt x="582325" y="283758"/>
                      <a:pt x="577007" y="249954"/>
                      <a:pt x="583084" y="241218"/>
                    </a:cubicBezTo>
                    <a:cubicBezTo>
                      <a:pt x="589162" y="232483"/>
                      <a:pt x="603595" y="228684"/>
                      <a:pt x="610052" y="220328"/>
                    </a:cubicBezTo>
                    <a:cubicBezTo>
                      <a:pt x="616509" y="211972"/>
                      <a:pt x="617648" y="199058"/>
                      <a:pt x="626764" y="191082"/>
                    </a:cubicBezTo>
                    <a:cubicBezTo>
                      <a:pt x="651779" y="173656"/>
                      <a:pt x="679684" y="160795"/>
                      <a:pt x="709185" y="153100"/>
                    </a:cubicBezTo>
                    <a:cubicBezTo>
                      <a:pt x="744888" y="153100"/>
                      <a:pt x="755143" y="203616"/>
                      <a:pt x="780971" y="210073"/>
                    </a:cubicBezTo>
                    <a:cubicBezTo>
                      <a:pt x="799016" y="212162"/>
                      <a:pt x="817240" y="212162"/>
                      <a:pt x="835285" y="210073"/>
                    </a:cubicBezTo>
                    <a:cubicBezTo>
                      <a:pt x="853517" y="204756"/>
                      <a:pt x="845920" y="203236"/>
                      <a:pt x="847060" y="187284"/>
                    </a:cubicBezTo>
                    <a:cubicBezTo>
                      <a:pt x="848199" y="171331"/>
                      <a:pt x="842502" y="173610"/>
                      <a:pt x="847060" y="160696"/>
                    </a:cubicBezTo>
                    <a:cubicBezTo>
                      <a:pt x="851617" y="147783"/>
                      <a:pt x="865291" y="137907"/>
                      <a:pt x="872128" y="125753"/>
                    </a:cubicBezTo>
                    <a:cubicBezTo>
                      <a:pt x="886561" y="101824"/>
                      <a:pt x="893398" y="80554"/>
                      <a:pt x="923783" y="69160"/>
                    </a:cubicBezTo>
                    <a:cubicBezTo>
                      <a:pt x="944673" y="61184"/>
                      <a:pt x="975819" y="72198"/>
                      <a:pt x="995190" y="58525"/>
                    </a:cubicBezTo>
                    <a:cubicBezTo>
                      <a:pt x="1002406" y="53587"/>
                      <a:pt x="1002406" y="42193"/>
                      <a:pt x="1008103" y="37255"/>
                    </a:cubicBezTo>
                    <a:cubicBezTo>
                      <a:pt x="1021017" y="26240"/>
                      <a:pt x="1002786" y="29658"/>
                      <a:pt x="1021777" y="27759"/>
                    </a:cubicBezTo>
                    <a:cubicBezTo>
                      <a:pt x="1030946" y="29362"/>
                      <a:pt x="1039799" y="32443"/>
                      <a:pt x="1047985" y="36875"/>
                    </a:cubicBezTo>
                    <a:cubicBezTo>
                      <a:pt x="1083764" y="47533"/>
                      <a:pt x="1120344" y="55281"/>
                      <a:pt x="1157373" y="60044"/>
                    </a:cubicBezTo>
                    <a:cubicBezTo>
                      <a:pt x="1168806" y="64158"/>
                      <a:pt x="1180474" y="67584"/>
                      <a:pt x="1192316" y="70299"/>
                    </a:cubicBezTo>
                    <a:cubicBezTo>
                      <a:pt x="1201812" y="70299"/>
                      <a:pt x="1206370" y="57006"/>
                      <a:pt x="1216625" y="64222"/>
                    </a:cubicBezTo>
                    <a:cubicBezTo>
                      <a:pt x="1238655" y="79415"/>
                      <a:pt x="1182061" y="118536"/>
                      <a:pt x="1178643" y="127652"/>
                    </a:cubicBezTo>
                    <a:cubicBezTo>
                      <a:pt x="1175224" y="136768"/>
                      <a:pt x="1175224" y="156139"/>
                      <a:pt x="1169527" y="168673"/>
                    </a:cubicBezTo>
                    <a:cubicBezTo>
                      <a:pt x="1163830" y="181207"/>
                      <a:pt x="1149397" y="190702"/>
                      <a:pt x="1155854" y="206655"/>
                    </a:cubicBezTo>
                    <a:cubicBezTo>
                      <a:pt x="1167628" y="234002"/>
                      <a:pt x="1221942" y="257171"/>
                      <a:pt x="1246631" y="271224"/>
                    </a:cubicBezTo>
                    <a:cubicBezTo>
                      <a:pt x="1271319" y="285278"/>
                      <a:pt x="1303984" y="299711"/>
                      <a:pt x="1331331" y="315283"/>
                    </a:cubicBezTo>
                    <a:cubicBezTo>
                      <a:pt x="1358678" y="330856"/>
                      <a:pt x="1386405" y="370737"/>
                      <a:pt x="1422108" y="356684"/>
                    </a:cubicBezTo>
                    <a:cubicBezTo>
                      <a:pt x="1484398" y="332375"/>
                      <a:pt x="1479461" y="204756"/>
                      <a:pt x="1480600" y="152720"/>
                    </a:cubicBezTo>
                    <a:cubicBezTo>
                      <a:pt x="1482047" y="117594"/>
                      <a:pt x="1488307" y="82833"/>
                      <a:pt x="1499211" y="49409"/>
                    </a:cubicBezTo>
                    <a:cubicBezTo>
                      <a:pt x="1506808" y="25101"/>
                      <a:pt x="1514024" y="-21617"/>
                      <a:pt x="1539852" y="11427"/>
                    </a:cubicBezTo>
                    <a:cubicBezTo>
                      <a:pt x="1557628" y="42143"/>
                      <a:pt x="1570447" y="75469"/>
                      <a:pt x="1577834" y="110180"/>
                    </a:cubicBezTo>
                    <a:cubicBezTo>
                      <a:pt x="1580645" y="126600"/>
                      <a:pt x="1584451" y="142837"/>
                      <a:pt x="1589229" y="158797"/>
                    </a:cubicBezTo>
                    <a:cubicBezTo>
                      <a:pt x="1589229" y="162596"/>
                      <a:pt x="1592267" y="181207"/>
                      <a:pt x="1595686" y="183106"/>
                    </a:cubicBezTo>
                    <a:cubicBezTo>
                      <a:pt x="1599104" y="185005"/>
                      <a:pt x="1623033" y="176269"/>
                      <a:pt x="1633668" y="178548"/>
                    </a:cubicBezTo>
                    <a:cubicBezTo>
                      <a:pt x="1671650" y="188423"/>
                      <a:pt x="1674309" y="232862"/>
                      <a:pt x="1680386" y="262488"/>
                    </a:cubicBezTo>
                    <a:cubicBezTo>
                      <a:pt x="1686463" y="292114"/>
                      <a:pt x="1708872" y="321740"/>
                      <a:pt x="1718368" y="354405"/>
                    </a:cubicBezTo>
                    <a:cubicBezTo>
                      <a:pt x="1727863" y="387069"/>
                      <a:pt x="1722926" y="415556"/>
                      <a:pt x="1747234" y="437965"/>
                    </a:cubicBezTo>
                    <a:cubicBezTo>
                      <a:pt x="1771543" y="460375"/>
                      <a:pt x="1817121" y="470630"/>
                      <a:pt x="1844848" y="495318"/>
                    </a:cubicBezTo>
                    <a:cubicBezTo>
                      <a:pt x="1864021" y="517040"/>
                      <a:pt x="1879427" y="541816"/>
                      <a:pt x="1890426" y="568624"/>
                    </a:cubicBezTo>
                    <a:cubicBezTo>
                      <a:pt x="1894057" y="581701"/>
                      <a:pt x="1898893" y="594417"/>
                      <a:pt x="1904860" y="606606"/>
                    </a:cubicBezTo>
                    <a:cubicBezTo>
                      <a:pt x="1915874" y="620279"/>
                      <a:pt x="1934865" y="616101"/>
                      <a:pt x="1949678" y="625217"/>
                    </a:cubicBezTo>
                    <a:cubicBezTo>
                      <a:pt x="1964491" y="634333"/>
                      <a:pt x="1961073" y="638511"/>
                      <a:pt x="1967910" y="659781"/>
                    </a:cubicBezTo>
                    <a:cubicBezTo>
                      <a:pt x="1972802" y="675004"/>
                      <a:pt x="1982369" y="688298"/>
                      <a:pt x="1995257" y="697763"/>
                    </a:cubicBezTo>
                    <a:cubicBezTo>
                      <a:pt x="2026159" y="721494"/>
                      <a:pt x="2053529" y="749502"/>
                      <a:pt x="2076538" y="780943"/>
                    </a:cubicBezTo>
                    <a:cubicBezTo>
                      <a:pt x="2085122" y="805814"/>
                      <a:pt x="2087978" y="832299"/>
                      <a:pt x="2084894" y="858427"/>
                    </a:cubicBezTo>
                    <a:cubicBezTo>
                      <a:pt x="2087553" y="896409"/>
                      <a:pt x="2108823" y="931732"/>
                      <a:pt x="2106924" y="969714"/>
                    </a:cubicBezTo>
                    <a:cubicBezTo>
                      <a:pt x="2100733" y="1014138"/>
                      <a:pt x="2091340" y="1058060"/>
                      <a:pt x="2078817" y="1101132"/>
                    </a:cubicBezTo>
                    <a:cubicBezTo>
                      <a:pt x="2075152" y="1137975"/>
                      <a:pt x="2059857" y="1172698"/>
                      <a:pt x="2035138" y="1200265"/>
                    </a:cubicBezTo>
                    <a:cubicBezTo>
                      <a:pt x="1986741" y="1256448"/>
                      <a:pt x="1950993" y="1322381"/>
                      <a:pt x="1930307" y="1393594"/>
                    </a:cubicBezTo>
                    <a:cubicBezTo>
                      <a:pt x="1920432" y="1421321"/>
                      <a:pt x="1930307" y="1472596"/>
                      <a:pt x="1906379" y="1494246"/>
                    </a:cubicBezTo>
                    <a:cubicBezTo>
                      <a:pt x="1882450" y="1515896"/>
                      <a:pt x="1836872" y="1500703"/>
                      <a:pt x="1808765" y="1513237"/>
                    </a:cubicBezTo>
                    <a:cubicBezTo>
                      <a:pt x="1780658" y="1525771"/>
                      <a:pt x="1766225" y="1559575"/>
                      <a:pt x="1732801" y="1564133"/>
                    </a:cubicBezTo>
                    <a:cubicBezTo>
                      <a:pt x="1699377" y="1568691"/>
                      <a:pt x="1672789" y="1538305"/>
                      <a:pt x="1656837" y="1510578"/>
                    </a:cubicBezTo>
                    <a:cubicBezTo>
                      <a:pt x="1624552" y="1537166"/>
                      <a:pt x="1599864" y="1572109"/>
                      <a:pt x="1556184" y="1557296"/>
                    </a:cubicBezTo>
                    <a:cubicBezTo>
                      <a:pt x="1518362" y="1548420"/>
                      <a:pt x="1481079" y="1537386"/>
                      <a:pt x="1444517" y="1524252"/>
                    </a:cubicBezTo>
                    <a:cubicBezTo>
                      <a:pt x="1410918" y="1509374"/>
                      <a:pt x="1389409" y="1475916"/>
                      <a:pt x="1389823" y="1439172"/>
                    </a:cubicBezTo>
                    <a:cubicBezTo>
                      <a:pt x="1386188" y="1420929"/>
                      <a:pt x="1378390" y="1403769"/>
                      <a:pt x="1367034" y="1389036"/>
                    </a:cubicBezTo>
                    <a:cubicBezTo>
                      <a:pt x="1349562" y="1360929"/>
                      <a:pt x="1349942" y="1363968"/>
                      <a:pt x="1317277" y="1372324"/>
                    </a:cubicBezTo>
                    <a:cubicBezTo>
                      <a:pt x="1325626" y="1344722"/>
                      <a:pt x="1316651" y="1314808"/>
                      <a:pt x="1294488" y="1296360"/>
                    </a:cubicBezTo>
                    <a:cubicBezTo>
                      <a:pt x="1283093" y="1320288"/>
                      <a:pt x="1280435" y="1348015"/>
                      <a:pt x="1247770" y="1346876"/>
                    </a:cubicBezTo>
                    <a:cubicBezTo>
                      <a:pt x="1247770" y="1334722"/>
                      <a:pt x="1262583" y="1338900"/>
                      <a:pt x="1264482" y="1329404"/>
                    </a:cubicBezTo>
                    <a:cubicBezTo>
                      <a:pt x="1265063" y="1314724"/>
                      <a:pt x="1266841" y="1300116"/>
                      <a:pt x="1269800" y="1285725"/>
                    </a:cubicBezTo>
                    <a:cubicBezTo>
                      <a:pt x="1275117" y="1270912"/>
                      <a:pt x="1307782" y="1223054"/>
                      <a:pt x="1280435" y="1216217"/>
                    </a:cubicBezTo>
                    <a:cubicBezTo>
                      <a:pt x="1270559" y="1213559"/>
                      <a:pt x="1238655" y="1257998"/>
                      <a:pt x="1229159" y="1265214"/>
                    </a:cubicBezTo>
                    <a:cubicBezTo>
                      <a:pt x="1206810" y="1283955"/>
                      <a:pt x="1186334" y="1304814"/>
                      <a:pt x="1168008" y="1327505"/>
                    </a:cubicBezTo>
                    <a:cubicBezTo>
                      <a:pt x="1153753" y="1296436"/>
                      <a:pt x="1136988" y="1266586"/>
                      <a:pt x="1117872" y="1238247"/>
                    </a:cubicBezTo>
                    <a:cubicBezTo>
                      <a:pt x="1098121" y="1216217"/>
                      <a:pt x="1086726" y="1184313"/>
                      <a:pt x="1060139" y="1171019"/>
                    </a:cubicBezTo>
                    <a:cubicBezTo>
                      <a:pt x="1044980" y="1166210"/>
                      <a:pt x="1029290" y="1163278"/>
                      <a:pt x="1013421" y="1162283"/>
                    </a:cubicBezTo>
                    <a:cubicBezTo>
                      <a:pt x="989872" y="1156966"/>
                      <a:pt x="971261" y="1145951"/>
                      <a:pt x="949231" y="1139114"/>
                    </a:cubicBezTo>
                    <a:cubicBezTo>
                      <a:pt x="909593" y="1130310"/>
                      <a:pt x="868417" y="1131225"/>
                      <a:pt x="829208" y="1141773"/>
                    </a:cubicBezTo>
                    <a:cubicBezTo>
                      <a:pt x="791834" y="1154998"/>
                      <a:pt x="753802" y="1166283"/>
                      <a:pt x="715262" y="1175577"/>
                    </a:cubicBezTo>
                    <a:cubicBezTo>
                      <a:pt x="675723" y="1178266"/>
                      <a:pt x="637053" y="1188449"/>
                      <a:pt x="601316" y="1205583"/>
                    </a:cubicBezTo>
                    <a:cubicBezTo>
                      <a:pt x="584816" y="1211508"/>
                      <a:pt x="569605" y="1220532"/>
                      <a:pt x="556497" y="1232170"/>
                    </a:cubicBezTo>
                    <a:cubicBezTo>
                      <a:pt x="548141" y="1240906"/>
                      <a:pt x="544723" y="1258378"/>
                      <a:pt x="534847" y="1265594"/>
                    </a:cubicBezTo>
                    <a:cubicBezTo>
                      <a:pt x="510159" y="1284585"/>
                      <a:pt x="446729" y="1272051"/>
                      <a:pt x="417483" y="1270912"/>
                    </a:cubicBezTo>
                    <a:cubicBezTo>
                      <a:pt x="382007" y="1266920"/>
                      <a:pt x="346209" y="1274801"/>
                      <a:pt x="315691" y="1293321"/>
                    </a:cubicBezTo>
                    <a:cubicBezTo>
                      <a:pt x="291075" y="1310903"/>
                      <a:pt x="264883" y="1326160"/>
                      <a:pt x="237448" y="1338900"/>
                    </a:cubicBezTo>
                    <a:cubicBezTo>
                      <a:pt x="201745" y="1352193"/>
                      <a:pt x="61211" y="1314211"/>
                      <a:pt x="84760" y="1264455"/>
                    </a:cubicBezTo>
                    <a:cubicBezTo>
                      <a:pt x="88938" y="1256099"/>
                      <a:pt x="104890" y="1249642"/>
                      <a:pt x="110588" y="1239766"/>
                    </a:cubicBezTo>
                    <a:cubicBezTo>
                      <a:pt x="117118" y="1219822"/>
                      <a:pt x="119446" y="1198742"/>
                      <a:pt x="117425" y="1177856"/>
                    </a:cubicBezTo>
                    <a:cubicBezTo>
                      <a:pt x="117425" y="1137595"/>
                      <a:pt x="93876" y="1111387"/>
                      <a:pt x="83241" y="1074165"/>
                    </a:cubicBezTo>
                    <a:cubicBezTo>
                      <a:pt x="79253" y="1039419"/>
                      <a:pt x="71223" y="1005258"/>
                      <a:pt x="59312" y="972373"/>
                    </a:cubicBezTo>
                    <a:cubicBezTo>
                      <a:pt x="39561" y="934391"/>
                      <a:pt x="27027" y="896409"/>
                      <a:pt x="9556" y="858427"/>
                    </a:cubicBezTo>
                    <a:close/>
                  </a:path>
                </a:pathLst>
              </a:custGeom>
              <a:grpFill/>
              <a:ln w="37902" cap="flat">
                <a:solidFill>
                  <a:schemeClr val="bg2">
                    <a:lumMod val="9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57" name="Forme libre : forme 56">
                <a:extLst>
                  <a:ext uri="{FF2B5EF4-FFF2-40B4-BE49-F238E27FC236}">
                    <a16:creationId xmlns:a16="http://schemas.microsoft.com/office/drawing/2014/main" id="{33E5EF51-4153-075F-791B-728B88C7DBF9}"/>
                  </a:ext>
                </a:extLst>
              </p:cNvPr>
              <p:cNvSpPr/>
              <p:nvPr/>
            </p:nvSpPr>
            <p:spPr>
              <a:xfrm>
                <a:off x="2405492" y="4731257"/>
                <a:ext cx="185432" cy="166095"/>
              </a:xfrm>
              <a:custGeom>
                <a:avLst/>
                <a:gdLst>
                  <a:gd name="connsiteX0" fmla="*/ 2573 w 185432"/>
                  <a:gd name="connsiteY0" fmla="*/ 0 h 166095"/>
                  <a:gd name="connsiteX1" fmla="*/ 73220 w 185432"/>
                  <a:gd name="connsiteY1" fmla="*/ 20890 h 166095"/>
                  <a:gd name="connsiteX2" fmla="*/ 157920 w 185432"/>
                  <a:gd name="connsiteY2" fmla="*/ 6077 h 166095"/>
                  <a:gd name="connsiteX3" fmla="*/ 157920 w 185432"/>
                  <a:gd name="connsiteY3" fmla="*/ 120023 h 166095"/>
                  <a:gd name="connsiteX4" fmla="*/ 42075 w 185432"/>
                  <a:gd name="connsiteY4" fmla="*/ 132557 h 166095"/>
                  <a:gd name="connsiteX5" fmla="*/ 17386 w 185432"/>
                  <a:gd name="connsiteY5" fmla="*/ 64190 h 166095"/>
                  <a:gd name="connsiteX6" fmla="*/ 2573 w 185432"/>
                  <a:gd name="connsiteY6" fmla="*/ 0 h 166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432" h="166095">
                    <a:moveTo>
                      <a:pt x="2573" y="0"/>
                    </a:moveTo>
                    <a:cubicBezTo>
                      <a:pt x="29540" y="0"/>
                      <a:pt x="48152" y="16332"/>
                      <a:pt x="73220" y="20890"/>
                    </a:cubicBezTo>
                    <a:cubicBezTo>
                      <a:pt x="98288" y="25448"/>
                      <a:pt x="128674" y="5697"/>
                      <a:pt x="157920" y="6077"/>
                    </a:cubicBezTo>
                    <a:cubicBezTo>
                      <a:pt x="208436" y="6077"/>
                      <a:pt x="177670" y="93056"/>
                      <a:pt x="157920" y="120023"/>
                    </a:cubicBezTo>
                    <a:cubicBezTo>
                      <a:pt x="125255" y="168260"/>
                      <a:pt x="77018" y="188011"/>
                      <a:pt x="42075" y="132557"/>
                    </a:cubicBezTo>
                    <a:cubicBezTo>
                      <a:pt x="32435" y="110304"/>
                      <a:pt x="24189" y="87469"/>
                      <a:pt x="17386" y="64190"/>
                    </a:cubicBezTo>
                    <a:cubicBezTo>
                      <a:pt x="6751" y="41780"/>
                      <a:pt x="-5403" y="26967"/>
                      <a:pt x="2573" y="0"/>
                    </a:cubicBezTo>
                    <a:close/>
                  </a:path>
                </a:pathLst>
              </a:custGeom>
              <a:grpFill/>
              <a:ln w="37902" cap="flat">
                <a:solidFill>
                  <a:schemeClr val="bg2">
                    <a:lumMod val="90000"/>
                  </a:schemeClr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B19835AC-D0F5-EFCA-338D-846E27404408}"/>
                </a:ext>
              </a:extLst>
            </p:cNvPr>
            <p:cNvSpPr txBox="1"/>
            <p:nvPr/>
          </p:nvSpPr>
          <p:spPr>
            <a:xfrm>
              <a:off x="2926649" y="5635853"/>
              <a:ext cx="2208130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noProof="0" dirty="0">
                  <a:solidFill>
                    <a:srgbClr val="3E513C"/>
                  </a:solidFill>
                  <a:latin typeface="Amasis MT Pro Black" panose="02040A04050005020304" pitchFamily="18" charset="0"/>
                </a:rPr>
                <a:t>1 Tribe</a:t>
              </a:r>
            </a:p>
          </p:txBody>
        </p:sp>
        <p:pic>
          <p:nvPicPr>
            <p:cNvPr id="15" name="Graphique 14" descr="Enfant avec ballon avec un remplissage uni">
              <a:extLst>
                <a:ext uri="{FF2B5EF4-FFF2-40B4-BE49-F238E27FC236}">
                  <a16:creationId xmlns:a16="http://schemas.microsoft.com/office/drawing/2014/main" id="{C8BE6FB3-F165-EEFF-6897-10C17B511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86829" y="7039345"/>
              <a:ext cx="771353" cy="771353"/>
            </a:xfrm>
            <a:prstGeom prst="rect">
              <a:avLst/>
            </a:prstGeom>
          </p:spPr>
        </p:pic>
        <p:pic>
          <p:nvPicPr>
            <p:cNvPr id="17" name="Graphique 16" descr="Famille avec un garçon avec un remplissage uni">
              <a:extLst>
                <a:ext uri="{FF2B5EF4-FFF2-40B4-BE49-F238E27FC236}">
                  <a16:creationId xmlns:a16="http://schemas.microsoft.com/office/drawing/2014/main" id="{229877F7-2770-6A36-B79D-4DDD123C6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22675" y="6153387"/>
              <a:ext cx="719848" cy="719848"/>
            </a:xfrm>
            <a:prstGeom prst="rect">
              <a:avLst/>
            </a:prstGeom>
          </p:spPr>
        </p:pic>
        <p:pic>
          <p:nvPicPr>
            <p:cNvPr id="19" name="Graphique 18" descr="Famille avec deux enfants avec un remplissage uni">
              <a:extLst>
                <a:ext uri="{FF2B5EF4-FFF2-40B4-BE49-F238E27FC236}">
                  <a16:creationId xmlns:a16="http://schemas.microsoft.com/office/drawing/2014/main" id="{21E48C66-B74C-7EE0-1376-2AB5F2937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964986" y="5377148"/>
              <a:ext cx="989400" cy="989400"/>
            </a:xfrm>
            <a:prstGeom prst="rect">
              <a:avLst/>
            </a:prstGeom>
          </p:spPr>
        </p:pic>
        <p:pic>
          <p:nvPicPr>
            <p:cNvPr id="21" name="Graphique 20" descr="Femme avec bébé avec un remplissage uni">
              <a:extLst>
                <a:ext uri="{FF2B5EF4-FFF2-40B4-BE49-F238E27FC236}">
                  <a16:creationId xmlns:a16="http://schemas.microsoft.com/office/drawing/2014/main" id="{74FA4797-A41E-B51B-0E16-A6B54A750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631146" y="7065422"/>
              <a:ext cx="774750" cy="774750"/>
            </a:xfrm>
            <a:prstGeom prst="rect">
              <a:avLst/>
            </a:prstGeom>
          </p:spPr>
        </p:pic>
        <p:pic>
          <p:nvPicPr>
            <p:cNvPr id="23" name="Graphique 22" descr="Homme avec bébé avec un remplissage uni">
              <a:extLst>
                <a:ext uri="{FF2B5EF4-FFF2-40B4-BE49-F238E27FC236}">
                  <a16:creationId xmlns:a16="http://schemas.microsoft.com/office/drawing/2014/main" id="{BA59D48C-05B2-2B8B-B40B-375BF7377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130226" y="6211881"/>
              <a:ext cx="655620" cy="655620"/>
            </a:xfrm>
            <a:prstGeom prst="rect">
              <a:avLst/>
            </a:prstGeom>
          </p:spPr>
        </p:pic>
        <p:pic>
          <p:nvPicPr>
            <p:cNvPr id="25" name="Graphique 24" descr="Homme avec enfant avec un remplissage uni">
              <a:extLst>
                <a:ext uri="{FF2B5EF4-FFF2-40B4-BE49-F238E27FC236}">
                  <a16:creationId xmlns:a16="http://schemas.microsoft.com/office/drawing/2014/main" id="{EB0AAE59-5C89-B3AC-276D-4C4C8761E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802445" y="5909252"/>
              <a:ext cx="774750" cy="774750"/>
            </a:xfrm>
            <a:prstGeom prst="rect">
              <a:avLst/>
            </a:prstGeom>
          </p:spPr>
        </p:pic>
        <p:pic>
          <p:nvPicPr>
            <p:cNvPr id="30" name="Graphique 29" descr="Hiérarchie avec un remplissage uni">
              <a:extLst>
                <a:ext uri="{FF2B5EF4-FFF2-40B4-BE49-F238E27FC236}">
                  <a16:creationId xmlns:a16="http://schemas.microsoft.com/office/drawing/2014/main" id="{FB390CA0-E3E3-0079-9C22-0C5EF03B2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765477" y="4917366"/>
              <a:ext cx="914400" cy="914400"/>
            </a:xfrm>
            <a:prstGeom prst="rect">
              <a:avLst/>
            </a:prstGeom>
          </p:spPr>
        </p:pic>
        <p:pic>
          <p:nvPicPr>
            <p:cNvPr id="32" name="Graphique 31" descr="Images avec un remplissage uni">
              <a:extLst>
                <a:ext uri="{FF2B5EF4-FFF2-40B4-BE49-F238E27FC236}">
                  <a16:creationId xmlns:a16="http://schemas.microsoft.com/office/drawing/2014/main" id="{CDEECA13-A2D3-058C-B13C-324E00F24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363815" y="5511380"/>
              <a:ext cx="408316" cy="408316"/>
            </a:xfrm>
            <a:prstGeom prst="rect">
              <a:avLst/>
            </a:prstGeom>
          </p:spPr>
        </p:pic>
        <p:pic>
          <p:nvPicPr>
            <p:cNvPr id="42" name="Graphique 41" descr="Homme avec canne avec un remplissage uni">
              <a:extLst>
                <a:ext uri="{FF2B5EF4-FFF2-40B4-BE49-F238E27FC236}">
                  <a16:creationId xmlns:a16="http://schemas.microsoft.com/office/drawing/2014/main" id="{972267E8-E41F-F822-9A5D-F66C9062C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103922" y="3362766"/>
              <a:ext cx="721145" cy="721145"/>
            </a:xfrm>
            <a:prstGeom prst="rect">
              <a:avLst/>
            </a:prstGeom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E821EC0-5289-E647-38C6-30A8A3CD08C9}"/>
                </a:ext>
              </a:extLst>
            </p:cNvPr>
            <p:cNvSpPr/>
            <p:nvPr/>
          </p:nvSpPr>
          <p:spPr>
            <a:xfrm>
              <a:off x="8844117" y="5575975"/>
              <a:ext cx="191507" cy="137710"/>
            </a:xfrm>
            <a:prstGeom prst="rect">
              <a:avLst/>
            </a:prstGeom>
            <a:solidFill>
              <a:srgbClr val="3E51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CC8CF28-AE59-18DF-1C70-584940B4C8F9}"/>
                </a:ext>
              </a:extLst>
            </p:cNvPr>
            <p:cNvSpPr/>
            <p:nvPr/>
          </p:nvSpPr>
          <p:spPr>
            <a:xfrm>
              <a:off x="9130411" y="5576084"/>
              <a:ext cx="191507" cy="137710"/>
            </a:xfrm>
            <a:prstGeom prst="rect">
              <a:avLst/>
            </a:prstGeom>
            <a:solidFill>
              <a:srgbClr val="3E51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F65D8738-271A-BA1B-F676-AEA3B447275F}"/>
                </a:ext>
              </a:extLst>
            </p:cNvPr>
            <p:cNvSpPr/>
            <p:nvPr/>
          </p:nvSpPr>
          <p:spPr>
            <a:xfrm>
              <a:off x="9414732" y="5575975"/>
              <a:ext cx="191507" cy="137710"/>
            </a:xfrm>
            <a:prstGeom prst="rect">
              <a:avLst/>
            </a:prstGeom>
            <a:solidFill>
              <a:srgbClr val="3E51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A4FCF9E-07DE-DB42-EA51-F16E815FEBB6}"/>
                </a:ext>
              </a:extLst>
            </p:cNvPr>
            <p:cNvSpPr/>
            <p:nvPr/>
          </p:nvSpPr>
          <p:spPr>
            <a:xfrm>
              <a:off x="9130411" y="5041864"/>
              <a:ext cx="191507" cy="137710"/>
            </a:xfrm>
            <a:prstGeom prst="rect">
              <a:avLst/>
            </a:prstGeom>
            <a:solidFill>
              <a:srgbClr val="8E765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" name="Image 8" descr="Une image contenant fleur, conception, plante&#10;&#10;Le contenu généré par l’IA peut être incorrect.">
              <a:extLst>
                <a:ext uri="{FF2B5EF4-FFF2-40B4-BE49-F238E27FC236}">
                  <a16:creationId xmlns:a16="http://schemas.microsoft.com/office/drawing/2014/main" id="{95C5DA01-2DD2-4EC8-DE39-0E2361567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687643" y="3956745"/>
              <a:ext cx="1109409" cy="9775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</p:pic>
        <p:sp>
          <p:nvSpPr>
            <p:cNvPr id="69" name="Phylactère : pensées 68">
              <a:extLst>
                <a:ext uri="{FF2B5EF4-FFF2-40B4-BE49-F238E27FC236}">
                  <a16:creationId xmlns:a16="http://schemas.microsoft.com/office/drawing/2014/main" id="{BEAAA28F-ABE7-E4CE-513D-A3DC3056A6F1}"/>
                </a:ext>
              </a:extLst>
            </p:cNvPr>
            <p:cNvSpPr/>
            <p:nvPr/>
          </p:nvSpPr>
          <p:spPr>
            <a:xfrm>
              <a:off x="4968305" y="5397403"/>
              <a:ext cx="999240" cy="604261"/>
            </a:xfrm>
            <a:prstGeom prst="cloudCallou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1" name="ZoneTexte 70">
              <a:extLst>
                <a:ext uri="{FF2B5EF4-FFF2-40B4-BE49-F238E27FC236}">
                  <a16:creationId xmlns:a16="http://schemas.microsoft.com/office/drawing/2014/main" id="{12156619-79D6-C42D-7C86-594A1F20CE13}"/>
                </a:ext>
              </a:extLst>
            </p:cNvPr>
            <p:cNvSpPr txBox="1"/>
            <p:nvPr/>
          </p:nvSpPr>
          <p:spPr>
            <a:xfrm>
              <a:off x="5512677" y="-87612"/>
              <a:ext cx="2669057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noProof="0" dirty="0">
                  <a:solidFill>
                    <a:srgbClr val="8E7653"/>
                  </a:solidFill>
                  <a:latin typeface="Amasis MT Pro Black" panose="02040A04050005020304" pitchFamily="18" charset="0"/>
                </a:rPr>
                <a:t>1 Newspaper</a:t>
              </a:r>
            </a:p>
          </p:txBody>
        </p:sp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218E4A2E-A90C-E0E7-48FD-76F051D4ACE4}"/>
                </a:ext>
              </a:extLst>
            </p:cNvPr>
            <p:cNvSpPr txBox="1"/>
            <p:nvPr/>
          </p:nvSpPr>
          <p:spPr>
            <a:xfrm>
              <a:off x="8570825" y="3132387"/>
              <a:ext cx="1269968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noProof="0" dirty="0">
                  <a:solidFill>
                    <a:srgbClr val="3E513C"/>
                  </a:solidFill>
                  <a:latin typeface="Amasis MT Pro Black" panose="02040A04050005020304" pitchFamily="18" charset="0"/>
                </a:rPr>
                <a:t>1 App</a:t>
              </a:r>
            </a:p>
          </p:txBody>
        </p:sp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C6B9D227-B295-021A-FDCB-213D516E2F17}"/>
                </a:ext>
              </a:extLst>
            </p:cNvPr>
            <p:cNvGrpSpPr/>
            <p:nvPr/>
          </p:nvGrpSpPr>
          <p:grpSpPr>
            <a:xfrm>
              <a:off x="5457314" y="128504"/>
              <a:ext cx="2775407" cy="2951308"/>
              <a:chOff x="7147321" y="818531"/>
              <a:chExt cx="2264075" cy="2264075"/>
            </a:xfrm>
          </p:grpSpPr>
          <p:pic>
            <p:nvPicPr>
              <p:cNvPr id="76" name="Graphique 75" descr="Menu avec un remplissage uni">
                <a:extLst>
                  <a:ext uri="{FF2B5EF4-FFF2-40B4-BE49-F238E27FC236}">
                    <a16:creationId xmlns:a16="http://schemas.microsoft.com/office/drawing/2014/main" id="{F9C67ECF-777B-3D64-BFAF-33BCBA648E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7147321" y="818531"/>
                <a:ext cx="2264075" cy="2264075"/>
              </a:xfrm>
              <a:prstGeom prst="rect">
                <a:avLst/>
              </a:prstGeom>
            </p:spPr>
          </p:pic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1865D73C-9A29-EAD7-04F9-FB0F94E19ED7}"/>
                  </a:ext>
                </a:extLst>
              </p:cNvPr>
              <p:cNvSpPr/>
              <p:nvPr/>
            </p:nvSpPr>
            <p:spPr>
              <a:xfrm>
                <a:off x="7785906" y="1412569"/>
                <a:ext cx="933843" cy="1158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81" name="Groupe 80">
                <a:extLst>
                  <a:ext uri="{FF2B5EF4-FFF2-40B4-BE49-F238E27FC236}">
                    <a16:creationId xmlns:a16="http://schemas.microsoft.com/office/drawing/2014/main" id="{C2CC212E-87F5-43FC-78DF-7892FFF4809C}"/>
                  </a:ext>
                </a:extLst>
              </p:cNvPr>
              <p:cNvGrpSpPr/>
              <p:nvPr/>
            </p:nvGrpSpPr>
            <p:grpSpPr>
              <a:xfrm>
                <a:off x="8257480" y="2062195"/>
                <a:ext cx="578268" cy="578268"/>
                <a:chOff x="11282810" y="3629117"/>
                <a:chExt cx="578268" cy="578268"/>
              </a:xfrm>
            </p:grpSpPr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3F4ECB60-F013-E7DD-3364-D39A63983750}"/>
                    </a:ext>
                  </a:extLst>
                </p:cNvPr>
                <p:cNvSpPr/>
                <p:nvPr/>
              </p:nvSpPr>
              <p:spPr>
                <a:xfrm>
                  <a:off x="11386406" y="3728863"/>
                  <a:ext cx="371076" cy="3491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pic>
              <p:nvPicPr>
                <p:cNvPr id="78" name="Graphique 77" descr="Lettre d’amour avec un remplissage uni">
                  <a:extLst>
                    <a:ext uri="{FF2B5EF4-FFF2-40B4-BE49-F238E27FC236}">
                      <a16:creationId xmlns:a16="http://schemas.microsoft.com/office/drawing/2014/main" id="{4A03462F-7169-87F0-4152-9D49444868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>
                  <a:extLst>
                    <a:ext uri="{96DAC541-7B7A-43D3-8B79-37D633B846F1}">
                      <asvg:svgBlip xmlns:asvg="http://schemas.microsoft.com/office/drawing/2016/SVG/main" r:embed="rId2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282810" y="3629117"/>
                  <a:ext cx="578268" cy="578268"/>
                </a:xfrm>
                <a:prstGeom prst="rect">
                  <a:avLst/>
                </a:prstGeom>
              </p:spPr>
            </p:pic>
          </p:grpSp>
          <p:pic>
            <p:nvPicPr>
              <p:cNvPr id="80" name="Image 79" descr="Une image contenant fleur, conception, plante&#10;&#10;Le contenu généré par l’IA peut être incorrect.">
                <a:extLst>
                  <a:ext uri="{FF2B5EF4-FFF2-40B4-BE49-F238E27FC236}">
                    <a16:creationId xmlns:a16="http://schemas.microsoft.com/office/drawing/2014/main" id="{76E251EE-BBD9-49E2-6CB4-0DD04E6959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880655" y="1404311"/>
                <a:ext cx="753649" cy="66405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</p:pic>
        </p:grp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72BF2C0F-E2B4-5FDC-C81F-16AA7A7CCF79}"/>
                </a:ext>
              </a:extLst>
            </p:cNvPr>
            <p:cNvSpPr/>
            <p:nvPr/>
          </p:nvSpPr>
          <p:spPr>
            <a:xfrm rot="4243441" flipH="1">
              <a:off x="4609053" y="1417069"/>
              <a:ext cx="1063016" cy="1979758"/>
            </a:xfrm>
            <a:custGeom>
              <a:avLst/>
              <a:gdLst>
                <a:gd name="connsiteX0" fmla="*/ 1127986 w 1127998"/>
                <a:gd name="connsiteY0" fmla="*/ 485765 h 1883285"/>
                <a:gd name="connsiteX1" fmla="*/ 1050822 w 1127998"/>
                <a:gd name="connsiteY1" fmla="*/ 53724 h 1883285"/>
                <a:gd name="connsiteX2" fmla="*/ 944565 w 1127998"/>
                <a:gd name="connsiteY2" fmla="*/ 5238 h 1883285"/>
                <a:gd name="connsiteX3" fmla="*/ 896079 w 1127998"/>
                <a:gd name="connsiteY3" fmla="*/ 111495 h 1883285"/>
                <a:gd name="connsiteX4" fmla="*/ 264672 w 1127998"/>
                <a:gd name="connsiteY4" fmla="*/ 1491158 h 1883285"/>
                <a:gd name="connsiteX5" fmla="*/ 252763 w 1127998"/>
                <a:gd name="connsiteY5" fmla="*/ 1495511 h 1883285"/>
                <a:gd name="connsiteX6" fmla="*/ 252763 w 1127998"/>
                <a:gd name="connsiteY6" fmla="*/ 1495511 h 1883285"/>
                <a:gd name="connsiteX7" fmla="*/ 327865 w 1127998"/>
                <a:gd name="connsiteY7" fmla="*/ 1364290 h 1883285"/>
                <a:gd name="connsiteX8" fmla="*/ 297329 w 1127998"/>
                <a:gd name="connsiteY8" fmla="*/ 1251225 h 1883285"/>
                <a:gd name="connsiteX9" fmla="*/ 184264 w 1127998"/>
                <a:gd name="connsiteY9" fmla="*/ 1281760 h 1883285"/>
                <a:gd name="connsiteX10" fmla="*/ 10952 w 1127998"/>
                <a:gd name="connsiteY10" fmla="*/ 1585881 h 1883285"/>
                <a:gd name="connsiteX11" fmla="*/ 41484 w 1127998"/>
                <a:gd name="connsiteY11" fmla="*/ 1698529 h 1883285"/>
                <a:gd name="connsiteX12" fmla="*/ 41488 w 1127998"/>
                <a:gd name="connsiteY12" fmla="*/ 1698533 h 1883285"/>
                <a:gd name="connsiteX13" fmla="*/ 345609 w 1127998"/>
                <a:gd name="connsiteY13" fmla="*/ 1872258 h 1883285"/>
                <a:gd name="connsiteX14" fmla="*/ 458674 w 1127998"/>
                <a:gd name="connsiteY14" fmla="*/ 1841722 h 1883285"/>
                <a:gd name="connsiteX15" fmla="*/ 428138 w 1127998"/>
                <a:gd name="connsiteY15" fmla="*/ 1728657 h 1883285"/>
                <a:gd name="connsiteX16" fmla="*/ 299392 w 1127998"/>
                <a:gd name="connsiteY16" fmla="*/ 1655618 h 1883285"/>
                <a:gd name="connsiteX17" fmla="*/ 1127986 w 1127998"/>
                <a:gd name="connsiteY17" fmla="*/ 485765 h 1883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27998" h="1883285">
                  <a:moveTo>
                    <a:pt x="1127986" y="485765"/>
                  </a:moveTo>
                  <a:cubicBezTo>
                    <a:pt x="1128156" y="338310"/>
                    <a:pt x="1102027" y="192006"/>
                    <a:pt x="1050822" y="53724"/>
                  </a:cubicBezTo>
                  <a:cubicBezTo>
                    <a:pt x="1034868" y="10995"/>
                    <a:pt x="987294" y="-10715"/>
                    <a:pt x="944565" y="5238"/>
                  </a:cubicBezTo>
                  <a:cubicBezTo>
                    <a:pt x="901835" y="21191"/>
                    <a:pt x="880126" y="68765"/>
                    <a:pt x="896079" y="111495"/>
                  </a:cubicBezTo>
                  <a:cubicBezTo>
                    <a:pt x="1102704" y="666834"/>
                    <a:pt x="820016" y="1284533"/>
                    <a:pt x="264672" y="1491158"/>
                  </a:cubicBezTo>
                  <a:cubicBezTo>
                    <a:pt x="260711" y="1492635"/>
                    <a:pt x="256741" y="1494084"/>
                    <a:pt x="252763" y="1495511"/>
                  </a:cubicBezTo>
                  <a:lnTo>
                    <a:pt x="252763" y="1495511"/>
                  </a:lnTo>
                  <a:lnTo>
                    <a:pt x="327865" y="1364290"/>
                  </a:lnTo>
                  <a:cubicBezTo>
                    <a:pt x="350655" y="1324634"/>
                    <a:pt x="336984" y="1274015"/>
                    <a:pt x="297329" y="1251225"/>
                  </a:cubicBezTo>
                  <a:cubicBezTo>
                    <a:pt x="257674" y="1228434"/>
                    <a:pt x="207054" y="1242105"/>
                    <a:pt x="184264" y="1281760"/>
                  </a:cubicBezTo>
                  <a:lnTo>
                    <a:pt x="10952" y="1585881"/>
                  </a:lnTo>
                  <a:cubicBezTo>
                    <a:pt x="-11723" y="1625421"/>
                    <a:pt x="1944" y="1675854"/>
                    <a:pt x="41484" y="1698529"/>
                  </a:cubicBezTo>
                  <a:cubicBezTo>
                    <a:pt x="41484" y="1698533"/>
                    <a:pt x="41488" y="1698533"/>
                    <a:pt x="41488" y="1698533"/>
                  </a:cubicBezTo>
                  <a:lnTo>
                    <a:pt x="345609" y="1872258"/>
                  </a:lnTo>
                  <a:cubicBezTo>
                    <a:pt x="385264" y="1895048"/>
                    <a:pt x="435883" y="1881377"/>
                    <a:pt x="458674" y="1841722"/>
                  </a:cubicBezTo>
                  <a:cubicBezTo>
                    <a:pt x="481464" y="1802067"/>
                    <a:pt x="467793" y="1751447"/>
                    <a:pt x="428138" y="1728657"/>
                  </a:cubicBezTo>
                  <a:lnTo>
                    <a:pt x="299392" y="1655618"/>
                  </a:lnTo>
                  <a:cubicBezTo>
                    <a:pt x="797279" y="1482901"/>
                    <a:pt x="1130277" y="1012752"/>
                    <a:pt x="1127986" y="485765"/>
                  </a:cubicBezTo>
                  <a:close/>
                </a:path>
              </a:pathLst>
            </a:custGeom>
            <a:solidFill>
              <a:srgbClr val="000000"/>
            </a:solidFill>
            <a:ln w="411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C1E3D341-DE18-C82F-BA5C-015499A3DF79}"/>
                </a:ext>
              </a:extLst>
            </p:cNvPr>
            <p:cNvSpPr/>
            <p:nvPr/>
          </p:nvSpPr>
          <p:spPr>
            <a:xfrm rot="3024517" flipH="1">
              <a:off x="7525679" y="2112345"/>
              <a:ext cx="1935365" cy="577704"/>
            </a:xfrm>
            <a:custGeom>
              <a:avLst/>
              <a:gdLst>
                <a:gd name="connsiteX0" fmla="*/ 1502912 w 1935365"/>
                <a:gd name="connsiteY0" fmla="*/ 412495 h 577704"/>
                <a:gd name="connsiteX1" fmla="*/ 1420382 w 1935365"/>
                <a:gd name="connsiteY1" fmla="*/ 495024 h 577704"/>
                <a:gd name="connsiteX2" fmla="*/ 1502912 w 1935365"/>
                <a:gd name="connsiteY2" fmla="*/ 577553 h 577704"/>
                <a:gd name="connsiteX3" fmla="*/ 1842107 w 1935365"/>
                <a:gd name="connsiteY3" fmla="*/ 577553 h 577704"/>
                <a:gd name="connsiteX4" fmla="*/ 1851598 w 1935365"/>
                <a:gd name="connsiteY4" fmla="*/ 577553 h 577704"/>
                <a:gd name="connsiteX5" fmla="*/ 1896164 w 1935365"/>
                <a:gd name="connsiteY5" fmla="*/ 563936 h 577704"/>
                <a:gd name="connsiteX6" fmla="*/ 1901941 w 1935365"/>
                <a:gd name="connsiteY6" fmla="*/ 560222 h 577704"/>
                <a:gd name="connsiteX7" fmla="*/ 1904417 w 1935365"/>
                <a:gd name="connsiteY7" fmla="*/ 558159 h 577704"/>
                <a:gd name="connsiteX8" fmla="*/ 1904417 w 1935365"/>
                <a:gd name="connsiteY8" fmla="*/ 558159 h 577704"/>
                <a:gd name="connsiteX9" fmla="*/ 1909781 w 1935365"/>
                <a:gd name="connsiteY9" fmla="*/ 554032 h 577704"/>
                <a:gd name="connsiteX10" fmla="*/ 1935365 w 1935365"/>
                <a:gd name="connsiteY10" fmla="*/ 495024 h 577704"/>
                <a:gd name="connsiteX11" fmla="*/ 1935365 w 1935365"/>
                <a:gd name="connsiteY11" fmla="*/ 145100 h 577704"/>
                <a:gd name="connsiteX12" fmla="*/ 1852836 w 1935365"/>
                <a:gd name="connsiteY12" fmla="*/ 62570 h 577704"/>
                <a:gd name="connsiteX13" fmla="*/ 1770306 w 1935365"/>
                <a:gd name="connsiteY13" fmla="*/ 145100 h 577704"/>
                <a:gd name="connsiteX14" fmla="*/ 1770306 w 1935365"/>
                <a:gd name="connsiteY14" fmla="*/ 295716 h 577704"/>
                <a:gd name="connsiteX15" fmla="*/ 1770306 w 1935365"/>
                <a:gd name="connsiteY15" fmla="*/ 295716 h 577704"/>
                <a:gd name="connsiteX16" fmla="*/ 25150 w 1935365"/>
                <a:gd name="connsiteY16" fmla="*/ 435054 h 577704"/>
                <a:gd name="connsiteX17" fmla="*/ 19447 w 1935365"/>
                <a:gd name="connsiteY17" fmla="*/ 441792 h 577704"/>
                <a:gd name="connsiteX18" fmla="*/ 29351 w 1935365"/>
                <a:gd name="connsiteY18" fmla="*/ 558159 h 577704"/>
                <a:gd name="connsiteX19" fmla="*/ 145717 w 1935365"/>
                <a:gd name="connsiteY19" fmla="*/ 548255 h 577704"/>
                <a:gd name="connsiteX20" fmla="*/ 1651052 w 1935365"/>
                <a:gd name="connsiteY20" fmla="*/ 411257 h 577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35365" h="577704">
                  <a:moveTo>
                    <a:pt x="1502912" y="412495"/>
                  </a:moveTo>
                  <a:cubicBezTo>
                    <a:pt x="1457331" y="412495"/>
                    <a:pt x="1420382" y="449443"/>
                    <a:pt x="1420382" y="495024"/>
                  </a:cubicBezTo>
                  <a:cubicBezTo>
                    <a:pt x="1420382" y="540605"/>
                    <a:pt x="1457331" y="577553"/>
                    <a:pt x="1502912" y="577553"/>
                  </a:cubicBezTo>
                  <a:lnTo>
                    <a:pt x="1842107" y="577553"/>
                  </a:lnTo>
                  <a:cubicBezTo>
                    <a:pt x="1845268" y="577755"/>
                    <a:pt x="1848437" y="577755"/>
                    <a:pt x="1851598" y="577553"/>
                  </a:cubicBezTo>
                  <a:cubicBezTo>
                    <a:pt x="1867480" y="577557"/>
                    <a:pt x="1883000" y="572816"/>
                    <a:pt x="1896164" y="563936"/>
                  </a:cubicBezTo>
                  <a:lnTo>
                    <a:pt x="1901941" y="560222"/>
                  </a:lnTo>
                  <a:lnTo>
                    <a:pt x="1904417" y="558159"/>
                  </a:lnTo>
                  <a:lnTo>
                    <a:pt x="1904417" y="558159"/>
                  </a:lnTo>
                  <a:lnTo>
                    <a:pt x="1909781" y="554032"/>
                  </a:lnTo>
                  <a:cubicBezTo>
                    <a:pt x="1925936" y="538632"/>
                    <a:pt x="1935167" y="517344"/>
                    <a:pt x="1935365" y="495024"/>
                  </a:cubicBezTo>
                  <a:lnTo>
                    <a:pt x="1935365" y="145100"/>
                  </a:lnTo>
                  <a:cubicBezTo>
                    <a:pt x="1935365" y="99519"/>
                    <a:pt x="1898417" y="62570"/>
                    <a:pt x="1852836" y="62570"/>
                  </a:cubicBezTo>
                  <a:cubicBezTo>
                    <a:pt x="1807255" y="62570"/>
                    <a:pt x="1770306" y="99519"/>
                    <a:pt x="1770306" y="145100"/>
                  </a:cubicBezTo>
                  <a:lnTo>
                    <a:pt x="1770306" y="295716"/>
                  </a:lnTo>
                  <a:lnTo>
                    <a:pt x="1770306" y="295716"/>
                  </a:lnTo>
                  <a:cubicBezTo>
                    <a:pt x="1249918" y="-147719"/>
                    <a:pt x="468584" y="-85335"/>
                    <a:pt x="25150" y="435054"/>
                  </a:cubicBezTo>
                  <a:cubicBezTo>
                    <a:pt x="23239" y="437290"/>
                    <a:pt x="21341" y="439539"/>
                    <a:pt x="19447" y="441792"/>
                  </a:cubicBezTo>
                  <a:cubicBezTo>
                    <a:pt x="-9950" y="476661"/>
                    <a:pt x="-5518" y="528762"/>
                    <a:pt x="29351" y="558159"/>
                  </a:cubicBezTo>
                  <a:cubicBezTo>
                    <a:pt x="64219" y="587556"/>
                    <a:pt x="116320" y="583124"/>
                    <a:pt x="145717" y="548255"/>
                  </a:cubicBezTo>
                  <a:cubicBezTo>
                    <a:pt x="524687" y="96865"/>
                    <a:pt x="1196823" y="35699"/>
                    <a:pt x="1651052" y="411257"/>
                  </a:cubicBezTo>
                  <a:close/>
                </a:path>
              </a:pathLst>
            </a:custGeom>
            <a:solidFill>
              <a:srgbClr val="000000"/>
            </a:solidFill>
            <a:ln w="411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grpSp>
          <p:nvGrpSpPr>
            <p:cNvPr id="96" name="Groupe 95">
              <a:extLst>
                <a:ext uri="{FF2B5EF4-FFF2-40B4-BE49-F238E27FC236}">
                  <a16:creationId xmlns:a16="http://schemas.microsoft.com/office/drawing/2014/main" id="{FB2633B7-CD82-4259-A976-5A9C89E32876}"/>
                </a:ext>
              </a:extLst>
            </p:cNvPr>
            <p:cNvGrpSpPr/>
            <p:nvPr/>
          </p:nvGrpSpPr>
          <p:grpSpPr>
            <a:xfrm>
              <a:off x="4619634" y="2986440"/>
              <a:ext cx="816992" cy="1096087"/>
              <a:chOff x="4916578" y="-428306"/>
              <a:chExt cx="1754603" cy="2278709"/>
            </a:xfrm>
          </p:grpSpPr>
          <p:pic>
            <p:nvPicPr>
              <p:cNvPr id="97" name="Graphique 96" descr="Paie avec un remplissage uni">
                <a:extLst>
                  <a:ext uri="{FF2B5EF4-FFF2-40B4-BE49-F238E27FC236}">
                    <a16:creationId xmlns:a16="http://schemas.microsoft.com/office/drawing/2014/main" id="{762E16E8-03AD-B82C-AE85-C93C4FCC49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4916578" y="95800"/>
                <a:ext cx="1754603" cy="1754603"/>
              </a:xfrm>
              <a:prstGeom prst="rect">
                <a:avLst/>
              </a:prstGeom>
            </p:spPr>
          </p:pic>
          <p:pic>
            <p:nvPicPr>
              <p:cNvPr id="98" name="Image 97">
                <a:extLst>
                  <a:ext uri="{FF2B5EF4-FFF2-40B4-BE49-F238E27FC236}">
                    <a16:creationId xmlns:a16="http://schemas.microsoft.com/office/drawing/2014/main" id="{90EBBB63-95B2-BAD5-2E11-14878BFCF3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rcRect l="19872" r="22265" b="38515"/>
              <a:stretch>
                <a:fillRect/>
              </a:stretch>
            </p:blipFill>
            <p:spPr>
              <a:xfrm>
                <a:off x="5108982" y="-428306"/>
                <a:ext cx="1333896" cy="1389824"/>
              </a:xfrm>
              <a:prstGeom prst="roundRect">
                <a:avLst>
                  <a:gd name="adj" fmla="val 20951"/>
                </a:avLst>
              </a:prstGeom>
              <a:ln>
                <a:noFill/>
              </a:ln>
            </p:spPr>
          </p:pic>
        </p:grp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CAF00C62-C153-97AD-ECFB-9F9701DB718D}"/>
                </a:ext>
              </a:extLst>
            </p:cNvPr>
            <p:cNvSpPr txBox="1"/>
            <p:nvPr/>
          </p:nvSpPr>
          <p:spPr>
            <a:xfrm>
              <a:off x="3618438" y="3953204"/>
              <a:ext cx="2368013" cy="9541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noProof="0" dirty="0">
                  <a:solidFill>
                    <a:srgbClr val="8E7653"/>
                  </a:solidFill>
                  <a:latin typeface="Amasis MT Pro Black" panose="02040A04050005020304" pitchFamily="18" charset="0"/>
                </a:rPr>
                <a:t>1 happy </a:t>
              </a:r>
              <a:br>
                <a:rPr lang="en-US" sz="2800" noProof="0" dirty="0">
                  <a:solidFill>
                    <a:srgbClr val="8E7653"/>
                  </a:solidFill>
                  <a:latin typeface="Amasis MT Pro Black" panose="02040A04050005020304" pitchFamily="18" charset="0"/>
                </a:rPr>
              </a:br>
              <a:r>
                <a:rPr lang="en-US" sz="2800" noProof="0" dirty="0">
                  <a:solidFill>
                    <a:srgbClr val="8E7653"/>
                  </a:solidFill>
                  <a:latin typeface="Amasis MT Pro Black" panose="02040A04050005020304" pitchFamily="18" charset="0"/>
                </a:rPr>
                <a:t>Grandad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1761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9ABCD-2086-410F-FA99-1697AE874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0C55ECA-7886-6F67-CAEC-F3397BACDB32}"/>
              </a:ext>
            </a:extLst>
          </p:cNvPr>
          <p:cNvSpPr/>
          <p:nvPr/>
        </p:nvSpPr>
        <p:spPr>
          <a:xfrm>
            <a:off x="815966" y="-346546"/>
            <a:ext cx="7229319" cy="8514830"/>
          </a:xfrm>
          <a:prstGeom prst="rect">
            <a:avLst/>
          </a:prstGeom>
          <a:solidFill>
            <a:schemeClr val="bg1"/>
          </a:solidFill>
          <a:ln w="50800" cmpd="thinThick">
            <a:solidFill>
              <a:srgbClr val="8E765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BA844507-3B1C-FD36-3436-67942E8337E7}"/>
              </a:ext>
            </a:extLst>
          </p:cNvPr>
          <p:cNvGrpSpPr/>
          <p:nvPr/>
        </p:nvGrpSpPr>
        <p:grpSpPr>
          <a:xfrm>
            <a:off x="966414" y="-139274"/>
            <a:ext cx="6890241" cy="7979446"/>
            <a:chOff x="966414" y="-139274"/>
            <a:chExt cx="6890241" cy="7979446"/>
          </a:xfrm>
        </p:grpSpPr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5613A094-84B8-B1C9-AC01-C70529775095}"/>
                </a:ext>
              </a:extLst>
            </p:cNvPr>
            <p:cNvSpPr/>
            <p:nvPr/>
          </p:nvSpPr>
          <p:spPr>
            <a:xfrm rot="6119213" flipH="1">
              <a:off x="1497283" y="3140411"/>
              <a:ext cx="1365853" cy="1710627"/>
            </a:xfrm>
            <a:custGeom>
              <a:avLst/>
              <a:gdLst>
                <a:gd name="connsiteX0" fmla="*/ 1291309 w 1365853"/>
                <a:gd name="connsiteY0" fmla="*/ 1547776 h 1710627"/>
                <a:gd name="connsiteX1" fmla="*/ 395866 w 1365853"/>
                <a:gd name="connsiteY1" fmla="*/ 489751 h 1710627"/>
                <a:gd name="connsiteX2" fmla="*/ 415673 w 1365853"/>
                <a:gd name="connsiteY2" fmla="*/ 296219 h 1710627"/>
                <a:gd name="connsiteX3" fmla="*/ 418974 w 1365853"/>
                <a:gd name="connsiteY3" fmla="*/ 296219 h 1710627"/>
                <a:gd name="connsiteX4" fmla="*/ 494488 w 1365853"/>
                <a:gd name="connsiteY4" fmla="*/ 427028 h 1710627"/>
                <a:gd name="connsiteX5" fmla="*/ 607347 w 1365853"/>
                <a:gd name="connsiteY5" fmla="*/ 457358 h 1710627"/>
                <a:gd name="connsiteX6" fmla="*/ 637677 w 1365853"/>
                <a:gd name="connsiteY6" fmla="*/ 344499 h 1710627"/>
                <a:gd name="connsiteX7" fmla="*/ 462302 w 1365853"/>
                <a:gd name="connsiteY7" fmla="*/ 41204 h 1710627"/>
                <a:gd name="connsiteX8" fmla="*/ 412372 w 1365853"/>
                <a:gd name="connsiteY8" fmla="*/ 2828 h 1710627"/>
                <a:gd name="connsiteX9" fmla="*/ 349649 w 1365853"/>
                <a:gd name="connsiteY9" fmla="*/ 11081 h 1710627"/>
                <a:gd name="connsiteX10" fmla="*/ 44291 w 1365853"/>
                <a:gd name="connsiteY10" fmla="*/ 187281 h 1710627"/>
                <a:gd name="connsiteX11" fmla="*/ 9418 w 1365853"/>
                <a:gd name="connsiteY11" fmla="*/ 298662 h 1710627"/>
                <a:gd name="connsiteX12" fmla="*/ 120800 w 1365853"/>
                <a:gd name="connsiteY12" fmla="*/ 333535 h 1710627"/>
                <a:gd name="connsiteX13" fmla="*/ 126820 w 1365853"/>
                <a:gd name="connsiteY13" fmla="*/ 330056 h 1710627"/>
                <a:gd name="connsiteX14" fmla="*/ 253090 w 1365853"/>
                <a:gd name="connsiteY14" fmla="*/ 257018 h 1710627"/>
                <a:gd name="connsiteX15" fmla="*/ 230807 w 1365853"/>
                <a:gd name="connsiteY15" fmla="*/ 489751 h 1710627"/>
                <a:gd name="connsiteX16" fmla="*/ 1262424 w 1365853"/>
                <a:gd name="connsiteY16" fmla="*/ 1710359 h 1710627"/>
                <a:gd name="connsiteX17" fmla="*/ 1276454 w 1365853"/>
                <a:gd name="connsiteY17" fmla="*/ 1710359 h 1710627"/>
                <a:gd name="connsiteX18" fmla="*/ 1365585 w 1365853"/>
                <a:gd name="connsiteY18" fmla="*/ 1634432 h 1710627"/>
                <a:gd name="connsiteX19" fmla="*/ 1289658 w 1365853"/>
                <a:gd name="connsiteY19" fmla="*/ 1545301 h 1710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65853" h="1710627">
                  <a:moveTo>
                    <a:pt x="1291309" y="1547776"/>
                  </a:moveTo>
                  <a:cubicBezTo>
                    <a:pt x="773685" y="1462540"/>
                    <a:pt x="394360" y="1014344"/>
                    <a:pt x="395866" y="489751"/>
                  </a:cubicBezTo>
                  <a:cubicBezTo>
                    <a:pt x="396646" y="424775"/>
                    <a:pt x="403273" y="360006"/>
                    <a:pt x="415673" y="296219"/>
                  </a:cubicBezTo>
                  <a:lnTo>
                    <a:pt x="418974" y="296219"/>
                  </a:lnTo>
                  <a:lnTo>
                    <a:pt x="494488" y="427028"/>
                  </a:lnTo>
                  <a:cubicBezTo>
                    <a:pt x="517279" y="466568"/>
                    <a:pt x="567807" y="480148"/>
                    <a:pt x="607347" y="457358"/>
                  </a:cubicBezTo>
                  <a:cubicBezTo>
                    <a:pt x="646887" y="434567"/>
                    <a:pt x="660467" y="384039"/>
                    <a:pt x="637677" y="344499"/>
                  </a:cubicBezTo>
                  <a:lnTo>
                    <a:pt x="462302" y="41204"/>
                  </a:lnTo>
                  <a:cubicBezTo>
                    <a:pt x="451383" y="22317"/>
                    <a:pt x="433433" y="8518"/>
                    <a:pt x="412372" y="2828"/>
                  </a:cubicBezTo>
                  <a:cubicBezTo>
                    <a:pt x="391199" y="-2863"/>
                    <a:pt x="368631" y="108"/>
                    <a:pt x="349649" y="11081"/>
                  </a:cubicBezTo>
                  <a:lnTo>
                    <a:pt x="44291" y="187281"/>
                  </a:lnTo>
                  <a:cubicBezTo>
                    <a:pt x="3905" y="208408"/>
                    <a:pt x="-11709" y="258277"/>
                    <a:pt x="9418" y="298662"/>
                  </a:cubicBezTo>
                  <a:cubicBezTo>
                    <a:pt x="30546" y="339052"/>
                    <a:pt x="80414" y="354663"/>
                    <a:pt x="120800" y="333535"/>
                  </a:cubicBezTo>
                  <a:cubicBezTo>
                    <a:pt x="122855" y="332462"/>
                    <a:pt x="124864" y="331303"/>
                    <a:pt x="126820" y="330056"/>
                  </a:cubicBezTo>
                  <a:lnTo>
                    <a:pt x="253090" y="257018"/>
                  </a:lnTo>
                  <a:cubicBezTo>
                    <a:pt x="238404" y="333729"/>
                    <a:pt x="230943" y="411649"/>
                    <a:pt x="230807" y="489751"/>
                  </a:cubicBezTo>
                  <a:cubicBezTo>
                    <a:pt x="228934" y="1094509"/>
                    <a:pt x="665811" y="1611423"/>
                    <a:pt x="1262424" y="1710359"/>
                  </a:cubicBezTo>
                  <a:lnTo>
                    <a:pt x="1276454" y="1710359"/>
                  </a:lnTo>
                  <a:cubicBezTo>
                    <a:pt x="1322035" y="1714007"/>
                    <a:pt x="1361937" y="1680013"/>
                    <a:pt x="1365585" y="1634432"/>
                  </a:cubicBezTo>
                  <a:cubicBezTo>
                    <a:pt x="1369233" y="1588851"/>
                    <a:pt x="1335239" y="1548948"/>
                    <a:pt x="1289658" y="1545301"/>
                  </a:cubicBezTo>
                  <a:close/>
                </a:path>
              </a:pathLst>
            </a:custGeom>
            <a:solidFill>
              <a:srgbClr val="000000"/>
            </a:solidFill>
            <a:ln w="411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 dirty="0"/>
            </a:p>
          </p:txBody>
        </p:sp>
        <p:pic>
          <p:nvPicPr>
            <p:cNvPr id="38" name="Graphique 37" descr="Réseau en ligne avec un remplissage uni">
              <a:extLst>
                <a:ext uri="{FF2B5EF4-FFF2-40B4-BE49-F238E27FC236}">
                  <a16:creationId xmlns:a16="http://schemas.microsoft.com/office/drawing/2014/main" id="{C4F6FA04-AD3B-DA23-A152-385D88ABA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66414" y="312115"/>
              <a:ext cx="2665660" cy="2665660"/>
            </a:xfrm>
            <a:prstGeom prst="rect">
              <a:avLst/>
            </a:prstGeom>
          </p:spPr>
        </p:pic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8D71789-F584-EB3E-DD01-F6E6C16B4B8E}"/>
                </a:ext>
              </a:extLst>
            </p:cNvPr>
            <p:cNvSpPr/>
            <p:nvPr/>
          </p:nvSpPr>
          <p:spPr>
            <a:xfrm>
              <a:off x="1706943" y="839311"/>
              <a:ext cx="1172018" cy="16465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67" name="Groupe 66">
              <a:extLst>
                <a:ext uri="{FF2B5EF4-FFF2-40B4-BE49-F238E27FC236}">
                  <a16:creationId xmlns:a16="http://schemas.microsoft.com/office/drawing/2014/main" id="{66A809F7-60ED-B5DA-BAEB-FACB99FF794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082161" y="3556523"/>
              <a:ext cx="4846199" cy="4278292"/>
              <a:chOff x="758445" y="3037225"/>
              <a:chExt cx="2107043" cy="1860127"/>
            </a:xfrm>
            <a:solidFill>
              <a:srgbClr val="F0E8DD"/>
            </a:solidFill>
          </p:grpSpPr>
          <p:sp>
            <p:nvSpPr>
              <p:cNvPr id="53" name="Forme libre : forme 52">
                <a:extLst>
                  <a:ext uri="{FF2B5EF4-FFF2-40B4-BE49-F238E27FC236}">
                    <a16:creationId xmlns:a16="http://schemas.microsoft.com/office/drawing/2014/main" id="{6DF8EEA4-9C55-90D4-550B-2049F2D80253}"/>
                  </a:ext>
                </a:extLst>
              </p:cNvPr>
              <p:cNvSpPr/>
              <p:nvPr/>
            </p:nvSpPr>
            <p:spPr>
              <a:xfrm>
                <a:off x="758445" y="3037225"/>
                <a:ext cx="2107043" cy="1564589"/>
              </a:xfrm>
              <a:custGeom>
                <a:avLst/>
                <a:gdLst>
                  <a:gd name="connsiteX0" fmla="*/ 9556 w 2107043"/>
                  <a:gd name="connsiteY0" fmla="*/ 858427 h 1564589"/>
                  <a:gd name="connsiteX1" fmla="*/ 9556 w 2107043"/>
                  <a:gd name="connsiteY1" fmla="*/ 757774 h 1564589"/>
                  <a:gd name="connsiteX2" fmla="*/ 5757 w 2107043"/>
                  <a:gd name="connsiteY2" fmla="*/ 687507 h 1564589"/>
                  <a:gd name="connsiteX3" fmla="*/ 16392 w 2107043"/>
                  <a:gd name="connsiteY3" fmla="*/ 605466 h 1564589"/>
                  <a:gd name="connsiteX4" fmla="*/ 48677 w 2107043"/>
                  <a:gd name="connsiteY4" fmla="*/ 605466 h 1564589"/>
                  <a:gd name="connsiteX5" fmla="*/ 80582 w 2107043"/>
                  <a:gd name="connsiteY5" fmla="*/ 575840 h 1564589"/>
                  <a:gd name="connsiteX6" fmla="*/ 137935 w 2107043"/>
                  <a:gd name="connsiteY6" fmla="*/ 537858 h 1564589"/>
                  <a:gd name="connsiteX7" fmla="*/ 222635 w 2107043"/>
                  <a:gd name="connsiteY7" fmla="*/ 519247 h 1564589"/>
                  <a:gd name="connsiteX8" fmla="*/ 307715 w 2107043"/>
                  <a:gd name="connsiteY8" fmla="*/ 486582 h 1564589"/>
                  <a:gd name="connsiteX9" fmla="*/ 390515 w 2107043"/>
                  <a:gd name="connsiteY9" fmla="*/ 464173 h 1564589"/>
                  <a:gd name="connsiteX10" fmla="*/ 444450 w 2107043"/>
                  <a:gd name="connsiteY10" fmla="*/ 399224 h 1564589"/>
                  <a:gd name="connsiteX11" fmla="*/ 458883 w 2107043"/>
                  <a:gd name="connsiteY11" fmla="*/ 334654 h 1564589"/>
                  <a:gd name="connsiteX12" fmla="*/ 481293 w 2107043"/>
                  <a:gd name="connsiteY12" fmla="*/ 310726 h 1564589"/>
                  <a:gd name="connsiteX13" fmla="*/ 519275 w 2107043"/>
                  <a:gd name="connsiteY13" fmla="*/ 338832 h 1564589"/>
                  <a:gd name="connsiteX14" fmla="*/ 533708 w 2107043"/>
                  <a:gd name="connsiteY14" fmla="*/ 284898 h 1564589"/>
                  <a:gd name="connsiteX15" fmla="*/ 577007 w 2107043"/>
                  <a:gd name="connsiteY15" fmla="*/ 287936 h 1564589"/>
                  <a:gd name="connsiteX16" fmla="*/ 583084 w 2107043"/>
                  <a:gd name="connsiteY16" fmla="*/ 241218 h 1564589"/>
                  <a:gd name="connsiteX17" fmla="*/ 610052 w 2107043"/>
                  <a:gd name="connsiteY17" fmla="*/ 220328 h 1564589"/>
                  <a:gd name="connsiteX18" fmla="*/ 626764 w 2107043"/>
                  <a:gd name="connsiteY18" fmla="*/ 191082 h 1564589"/>
                  <a:gd name="connsiteX19" fmla="*/ 709185 w 2107043"/>
                  <a:gd name="connsiteY19" fmla="*/ 153100 h 1564589"/>
                  <a:gd name="connsiteX20" fmla="*/ 780971 w 2107043"/>
                  <a:gd name="connsiteY20" fmla="*/ 210073 h 1564589"/>
                  <a:gd name="connsiteX21" fmla="*/ 835285 w 2107043"/>
                  <a:gd name="connsiteY21" fmla="*/ 210073 h 1564589"/>
                  <a:gd name="connsiteX22" fmla="*/ 847060 w 2107043"/>
                  <a:gd name="connsiteY22" fmla="*/ 187284 h 1564589"/>
                  <a:gd name="connsiteX23" fmla="*/ 847060 w 2107043"/>
                  <a:gd name="connsiteY23" fmla="*/ 160696 h 1564589"/>
                  <a:gd name="connsiteX24" fmla="*/ 872128 w 2107043"/>
                  <a:gd name="connsiteY24" fmla="*/ 125753 h 1564589"/>
                  <a:gd name="connsiteX25" fmla="*/ 923783 w 2107043"/>
                  <a:gd name="connsiteY25" fmla="*/ 69160 h 1564589"/>
                  <a:gd name="connsiteX26" fmla="*/ 995190 w 2107043"/>
                  <a:gd name="connsiteY26" fmla="*/ 58525 h 1564589"/>
                  <a:gd name="connsiteX27" fmla="*/ 1008103 w 2107043"/>
                  <a:gd name="connsiteY27" fmla="*/ 37255 h 1564589"/>
                  <a:gd name="connsiteX28" fmla="*/ 1021777 w 2107043"/>
                  <a:gd name="connsiteY28" fmla="*/ 27759 h 1564589"/>
                  <a:gd name="connsiteX29" fmla="*/ 1047985 w 2107043"/>
                  <a:gd name="connsiteY29" fmla="*/ 36875 h 1564589"/>
                  <a:gd name="connsiteX30" fmla="*/ 1157373 w 2107043"/>
                  <a:gd name="connsiteY30" fmla="*/ 60044 h 1564589"/>
                  <a:gd name="connsiteX31" fmla="*/ 1192316 w 2107043"/>
                  <a:gd name="connsiteY31" fmla="*/ 70299 h 1564589"/>
                  <a:gd name="connsiteX32" fmla="*/ 1216625 w 2107043"/>
                  <a:gd name="connsiteY32" fmla="*/ 64222 h 1564589"/>
                  <a:gd name="connsiteX33" fmla="*/ 1178643 w 2107043"/>
                  <a:gd name="connsiteY33" fmla="*/ 127652 h 1564589"/>
                  <a:gd name="connsiteX34" fmla="*/ 1169527 w 2107043"/>
                  <a:gd name="connsiteY34" fmla="*/ 168673 h 1564589"/>
                  <a:gd name="connsiteX35" fmla="*/ 1155854 w 2107043"/>
                  <a:gd name="connsiteY35" fmla="*/ 206655 h 1564589"/>
                  <a:gd name="connsiteX36" fmla="*/ 1246631 w 2107043"/>
                  <a:gd name="connsiteY36" fmla="*/ 271224 h 1564589"/>
                  <a:gd name="connsiteX37" fmla="*/ 1331331 w 2107043"/>
                  <a:gd name="connsiteY37" fmla="*/ 315283 h 1564589"/>
                  <a:gd name="connsiteX38" fmla="*/ 1422108 w 2107043"/>
                  <a:gd name="connsiteY38" fmla="*/ 356684 h 1564589"/>
                  <a:gd name="connsiteX39" fmla="*/ 1480600 w 2107043"/>
                  <a:gd name="connsiteY39" fmla="*/ 152720 h 1564589"/>
                  <a:gd name="connsiteX40" fmla="*/ 1499211 w 2107043"/>
                  <a:gd name="connsiteY40" fmla="*/ 49409 h 1564589"/>
                  <a:gd name="connsiteX41" fmla="*/ 1539852 w 2107043"/>
                  <a:gd name="connsiteY41" fmla="*/ 11427 h 1564589"/>
                  <a:gd name="connsiteX42" fmla="*/ 1577834 w 2107043"/>
                  <a:gd name="connsiteY42" fmla="*/ 110180 h 1564589"/>
                  <a:gd name="connsiteX43" fmla="*/ 1589229 w 2107043"/>
                  <a:gd name="connsiteY43" fmla="*/ 158797 h 1564589"/>
                  <a:gd name="connsiteX44" fmla="*/ 1595686 w 2107043"/>
                  <a:gd name="connsiteY44" fmla="*/ 183106 h 1564589"/>
                  <a:gd name="connsiteX45" fmla="*/ 1633668 w 2107043"/>
                  <a:gd name="connsiteY45" fmla="*/ 178548 h 1564589"/>
                  <a:gd name="connsiteX46" fmla="*/ 1680386 w 2107043"/>
                  <a:gd name="connsiteY46" fmla="*/ 262488 h 1564589"/>
                  <a:gd name="connsiteX47" fmla="*/ 1718368 w 2107043"/>
                  <a:gd name="connsiteY47" fmla="*/ 354405 h 1564589"/>
                  <a:gd name="connsiteX48" fmla="*/ 1747234 w 2107043"/>
                  <a:gd name="connsiteY48" fmla="*/ 437965 h 1564589"/>
                  <a:gd name="connsiteX49" fmla="*/ 1844848 w 2107043"/>
                  <a:gd name="connsiteY49" fmla="*/ 495318 h 1564589"/>
                  <a:gd name="connsiteX50" fmla="*/ 1890426 w 2107043"/>
                  <a:gd name="connsiteY50" fmla="*/ 568624 h 1564589"/>
                  <a:gd name="connsiteX51" fmla="*/ 1904860 w 2107043"/>
                  <a:gd name="connsiteY51" fmla="*/ 606606 h 1564589"/>
                  <a:gd name="connsiteX52" fmla="*/ 1949678 w 2107043"/>
                  <a:gd name="connsiteY52" fmla="*/ 625217 h 1564589"/>
                  <a:gd name="connsiteX53" fmla="*/ 1967910 w 2107043"/>
                  <a:gd name="connsiteY53" fmla="*/ 659781 h 1564589"/>
                  <a:gd name="connsiteX54" fmla="*/ 1995257 w 2107043"/>
                  <a:gd name="connsiteY54" fmla="*/ 697763 h 1564589"/>
                  <a:gd name="connsiteX55" fmla="*/ 2076538 w 2107043"/>
                  <a:gd name="connsiteY55" fmla="*/ 780943 h 1564589"/>
                  <a:gd name="connsiteX56" fmla="*/ 2084894 w 2107043"/>
                  <a:gd name="connsiteY56" fmla="*/ 858427 h 1564589"/>
                  <a:gd name="connsiteX57" fmla="*/ 2106924 w 2107043"/>
                  <a:gd name="connsiteY57" fmla="*/ 969714 h 1564589"/>
                  <a:gd name="connsiteX58" fmla="*/ 2078817 w 2107043"/>
                  <a:gd name="connsiteY58" fmla="*/ 1101132 h 1564589"/>
                  <a:gd name="connsiteX59" fmla="*/ 2035138 w 2107043"/>
                  <a:gd name="connsiteY59" fmla="*/ 1200265 h 1564589"/>
                  <a:gd name="connsiteX60" fmla="*/ 1930307 w 2107043"/>
                  <a:gd name="connsiteY60" fmla="*/ 1393594 h 1564589"/>
                  <a:gd name="connsiteX61" fmla="*/ 1906379 w 2107043"/>
                  <a:gd name="connsiteY61" fmla="*/ 1494246 h 1564589"/>
                  <a:gd name="connsiteX62" fmla="*/ 1808765 w 2107043"/>
                  <a:gd name="connsiteY62" fmla="*/ 1513237 h 1564589"/>
                  <a:gd name="connsiteX63" fmla="*/ 1732801 w 2107043"/>
                  <a:gd name="connsiteY63" fmla="*/ 1564133 h 1564589"/>
                  <a:gd name="connsiteX64" fmla="*/ 1656837 w 2107043"/>
                  <a:gd name="connsiteY64" fmla="*/ 1510578 h 1564589"/>
                  <a:gd name="connsiteX65" fmla="*/ 1556184 w 2107043"/>
                  <a:gd name="connsiteY65" fmla="*/ 1557296 h 1564589"/>
                  <a:gd name="connsiteX66" fmla="*/ 1444517 w 2107043"/>
                  <a:gd name="connsiteY66" fmla="*/ 1524252 h 1564589"/>
                  <a:gd name="connsiteX67" fmla="*/ 1389823 w 2107043"/>
                  <a:gd name="connsiteY67" fmla="*/ 1439172 h 1564589"/>
                  <a:gd name="connsiteX68" fmla="*/ 1367034 w 2107043"/>
                  <a:gd name="connsiteY68" fmla="*/ 1389036 h 1564589"/>
                  <a:gd name="connsiteX69" fmla="*/ 1317277 w 2107043"/>
                  <a:gd name="connsiteY69" fmla="*/ 1372324 h 1564589"/>
                  <a:gd name="connsiteX70" fmla="*/ 1294488 w 2107043"/>
                  <a:gd name="connsiteY70" fmla="*/ 1296360 h 1564589"/>
                  <a:gd name="connsiteX71" fmla="*/ 1247770 w 2107043"/>
                  <a:gd name="connsiteY71" fmla="*/ 1346876 h 1564589"/>
                  <a:gd name="connsiteX72" fmla="*/ 1264482 w 2107043"/>
                  <a:gd name="connsiteY72" fmla="*/ 1329404 h 1564589"/>
                  <a:gd name="connsiteX73" fmla="*/ 1269800 w 2107043"/>
                  <a:gd name="connsiteY73" fmla="*/ 1285725 h 1564589"/>
                  <a:gd name="connsiteX74" fmla="*/ 1280435 w 2107043"/>
                  <a:gd name="connsiteY74" fmla="*/ 1216217 h 1564589"/>
                  <a:gd name="connsiteX75" fmla="*/ 1229159 w 2107043"/>
                  <a:gd name="connsiteY75" fmla="*/ 1265214 h 1564589"/>
                  <a:gd name="connsiteX76" fmla="*/ 1168008 w 2107043"/>
                  <a:gd name="connsiteY76" fmla="*/ 1327505 h 1564589"/>
                  <a:gd name="connsiteX77" fmla="*/ 1117872 w 2107043"/>
                  <a:gd name="connsiteY77" fmla="*/ 1238247 h 1564589"/>
                  <a:gd name="connsiteX78" fmla="*/ 1060139 w 2107043"/>
                  <a:gd name="connsiteY78" fmla="*/ 1171019 h 1564589"/>
                  <a:gd name="connsiteX79" fmla="*/ 1013421 w 2107043"/>
                  <a:gd name="connsiteY79" fmla="*/ 1162283 h 1564589"/>
                  <a:gd name="connsiteX80" fmla="*/ 949231 w 2107043"/>
                  <a:gd name="connsiteY80" fmla="*/ 1139114 h 1564589"/>
                  <a:gd name="connsiteX81" fmla="*/ 829208 w 2107043"/>
                  <a:gd name="connsiteY81" fmla="*/ 1141773 h 1564589"/>
                  <a:gd name="connsiteX82" fmla="*/ 715262 w 2107043"/>
                  <a:gd name="connsiteY82" fmla="*/ 1175577 h 1564589"/>
                  <a:gd name="connsiteX83" fmla="*/ 601316 w 2107043"/>
                  <a:gd name="connsiteY83" fmla="*/ 1205583 h 1564589"/>
                  <a:gd name="connsiteX84" fmla="*/ 556497 w 2107043"/>
                  <a:gd name="connsiteY84" fmla="*/ 1232170 h 1564589"/>
                  <a:gd name="connsiteX85" fmla="*/ 534847 w 2107043"/>
                  <a:gd name="connsiteY85" fmla="*/ 1265594 h 1564589"/>
                  <a:gd name="connsiteX86" fmla="*/ 417483 w 2107043"/>
                  <a:gd name="connsiteY86" fmla="*/ 1270912 h 1564589"/>
                  <a:gd name="connsiteX87" fmla="*/ 315691 w 2107043"/>
                  <a:gd name="connsiteY87" fmla="*/ 1293321 h 1564589"/>
                  <a:gd name="connsiteX88" fmla="*/ 237448 w 2107043"/>
                  <a:gd name="connsiteY88" fmla="*/ 1338900 h 1564589"/>
                  <a:gd name="connsiteX89" fmla="*/ 84760 w 2107043"/>
                  <a:gd name="connsiteY89" fmla="*/ 1264455 h 1564589"/>
                  <a:gd name="connsiteX90" fmla="*/ 110588 w 2107043"/>
                  <a:gd name="connsiteY90" fmla="*/ 1239766 h 1564589"/>
                  <a:gd name="connsiteX91" fmla="*/ 117425 w 2107043"/>
                  <a:gd name="connsiteY91" fmla="*/ 1177856 h 1564589"/>
                  <a:gd name="connsiteX92" fmla="*/ 83241 w 2107043"/>
                  <a:gd name="connsiteY92" fmla="*/ 1074165 h 1564589"/>
                  <a:gd name="connsiteX93" fmla="*/ 59312 w 2107043"/>
                  <a:gd name="connsiteY93" fmla="*/ 972373 h 1564589"/>
                  <a:gd name="connsiteX94" fmla="*/ 9556 w 2107043"/>
                  <a:gd name="connsiteY94" fmla="*/ 858427 h 1564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</a:cxnLst>
                <a:rect l="l" t="t" r="r" b="b"/>
                <a:pathLst>
                  <a:path w="2107043" h="1564589">
                    <a:moveTo>
                      <a:pt x="9556" y="858427"/>
                    </a:moveTo>
                    <a:cubicBezTo>
                      <a:pt x="50576" y="817786"/>
                      <a:pt x="29306" y="805252"/>
                      <a:pt x="9556" y="757774"/>
                    </a:cubicBezTo>
                    <a:cubicBezTo>
                      <a:pt x="-1694" y="735973"/>
                      <a:pt x="-3076" y="710395"/>
                      <a:pt x="5757" y="687507"/>
                    </a:cubicBezTo>
                    <a:cubicBezTo>
                      <a:pt x="11052" y="660415"/>
                      <a:pt x="14605" y="633011"/>
                      <a:pt x="16392" y="605466"/>
                    </a:cubicBezTo>
                    <a:cubicBezTo>
                      <a:pt x="40701" y="617620"/>
                      <a:pt x="30826" y="617620"/>
                      <a:pt x="48677" y="605466"/>
                    </a:cubicBezTo>
                    <a:cubicBezTo>
                      <a:pt x="60831" y="596730"/>
                      <a:pt x="66908" y="584196"/>
                      <a:pt x="80582" y="575840"/>
                    </a:cubicBezTo>
                    <a:cubicBezTo>
                      <a:pt x="94256" y="567484"/>
                      <a:pt x="118564" y="550772"/>
                      <a:pt x="137935" y="537858"/>
                    </a:cubicBezTo>
                    <a:cubicBezTo>
                      <a:pt x="166801" y="520007"/>
                      <a:pt x="191869" y="527603"/>
                      <a:pt x="222635" y="519247"/>
                    </a:cubicBezTo>
                    <a:cubicBezTo>
                      <a:pt x="253400" y="510891"/>
                      <a:pt x="277709" y="493799"/>
                      <a:pt x="307715" y="486582"/>
                    </a:cubicBezTo>
                    <a:cubicBezTo>
                      <a:pt x="336273" y="483255"/>
                      <a:pt x="364179" y="475704"/>
                      <a:pt x="390515" y="464173"/>
                    </a:cubicBezTo>
                    <a:cubicBezTo>
                      <a:pt x="412743" y="446435"/>
                      <a:pt x="431095" y="424330"/>
                      <a:pt x="444450" y="399224"/>
                    </a:cubicBezTo>
                    <a:cubicBezTo>
                      <a:pt x="463821" y="371877"/>
                      <a:pt x="447868" y="361242"/>
                      <a:pt x="458883" y="334654"/>
                    </a:cubicBezTo>
                    <a:cubicBezTo>
                      <a:pt x="463156" y="324194"/>
                      <a:pt x="471136" y="315675"/>
                      <a:pt x="481293" y="310726"/>
                    </a:cubicBezTo>
                    <a:cubicBezTo>
                      <a:pt x="504462" y="303889"/>
                      <a:pt x="505981" y="319841"/>
                      <a:pt x="519275" y="338832"/>
                    </a:cubicBezTo>
                    <a:cubicBezTo>
                      <a:pt x="538645" y="321740"/>
                      <a:pt x="536746" y="310346"/>
                      <a:pt x="533708" y="284898"/>
                    </a:cubicBezTo>
                    <a:cubicBezTo>
                      <a:pt x="540924" y="284898"/>
                      <a:pt x="571690" y="292114"/>
                      <a:pt x="577007" y="287936"/>
                    </a:cubicBezTo>
                    <a:cubicBezTo>
                      <a:pt x="582325" y="283758"/>
                      <a:pt x="577007" y="249954"/>
                      <a:pt x="583084" y="241218"/>
                    </a:cubicBezTo>
                    <a:cubicBezTo>
                      <a:pt x="589162" y="232483"/>
                      <a:pt x="603595" y="228684"/>
                      <a:pt x="610052" y="220328"/>
                    </a:cubicBezTo>
                    <a:cubicBezTo>
                      <a:pt x="616509" y="211972"/>
                      <a:pt x="617648" y="199058"/>
                      <a:pt x="626764" y="191082"/>
                    </a:cubicBezTo>
                    <a:cubicBezTo>
                      <a:pt x="651779" y="173656"/>
                      <a:pt x="679684" y="160795"/>
                      <a:pt x="709185" y="153100"/>
                    </a:cubicBezTo>
                    <a:cubicBezTo>
                      <a:pt x="744888" y="153100"/>
                      <a:pt x="755143" y="203616"/>
                      <a:pt x="780971" y="210073"/>
                    </a:cubicBezTo>
                    <a:cubicBezTo>
                      <a:pt x="799016" y="212162"/>
                      <a:pt x="817240" y="212162"/>
                      <a:pt x="835285" y="210073"/>
                    </a:cubicBezTo>
                    <a:cubicBezTo>
                      <a:pt x="853517" y="204756"/>
                      <a:pt x="845920" y="203236"/>
                      <a:pt x="847060" y="187284"/>
                    </a:cubicBezTo>
                    <a:cubicBezTo>
                      <a:pt x="848199" y="171331"/>
                      <a:pt x="842502" y="173610"/>
                      <a:pt x="847060" y="160696"/>
                    </a:cubicBezTo>
                    <a:cubicBezTo>
                      <a:pt x="851617" y="147783"/>
                      <a:pt x="865291" y="137907"/>
                      <a:pt x="872128" y="125753"/>
                    </a:cubicBezTo>
                    <a:cubicBezTo>
                      <a:pt x="886561" y="101824"/>
                      <a:pt x="893398" y="80554"/>
                      <a:pt x="923783" y="69160"/>
                    </a:cubicBezTo>
                    <a:cubicBezTo>
                      <a:pt x="944673" y="61184"/>
                      <a:pt x="975819" y="72198"/>
                      <a:pt x="995190" y="58525"/>
                    </a:cubicBezTo>
                    <a:cubicBezTo>
                      <a:pt x="1002406" y="53587"/>
                      <a:pt x="1002406" y="42193"/>
                      <a:pt x="1008103" y="37255"/>
                    </a:cubicBezTo>
                    <a:cubicBezTo>
                      <a:pt x="1021017" y="26240"/>
                      <a:pt x="1002786" y="29658"/>
                      <a:pt x="1021777" y="27759"/>
                    </a:cubicBezTo>
                    <a:cubicBezTo>
                      <a:pt x="1030946" y="29362"/>
                      <a:pt x="1039799" y="32443"/>
                      <a:pt x="1047985" y="36875"/>
                    </a:cubicBezTo>
                    <a:cubicBezTo>
                      <a:pt x="1083764" y="47533"/>
                      <a:pt x="1120344" y="55281"/>
                      <a:pt x="1157373" y="60044"/>
                    </a:cubicBezTo>
                    <a:cubicBezTo>
                      <a:pt x="1168806" y="64158"/>
                      <a:pt x="1180474" y="67584"/>
                      <a:pt x="1192316" y="70299"/>
                    </a:cubicBezTo>
                    <a:cubicBezTo>
                      <a:pt x="1201812" y="70299"/>
                      <a:pt x="1206370" y="57006"/>
                      <a:pt x="1216625" y="64222"/>
                    </a:cubicBezTo>
                    <a:cubicBezTo>
                      <a:pt x="1238655" y="79415"/>
                      <a:pt x="1182061" y="118536"/>
                      <a:pt x="1178643" y="127652"/>
                    </a:cubicBezTo>
                    <a:cubicBezTo>
                      <a:pt x="1175224" y="136768"/>
                      <a:pt x="1175224" y="156139"/>
                      <a:pt x="1169527" y="168673"/>
                    </a:cubicBezTo>
                    <a:cubicBezTo>
                      <a:pt x="1163830" y="181207"/>
                      <a:pt x="1149397" y="190702"/>
                      <a:pt x="1155854" y="206655"/>
                    </a:cubicBezTo>
                    <a:cubicBezTo>
                      <a:pt x="1167628" y="234002"/>
                      <a:pt x="1221942" y="257171"/>
                      <a:pt x="1246631" y="271224"/>
                    </a:cubicBezTo>
                    <a:cubicBezTo>
                      <a:pt x="1271319" y="285278"/>
                      <a:pt x="1303984" y="299711"/>
                      <a:pt x="1331331" y="315283"/>
                    </a:cubicBezTo>
                    <a:cubicBezTo>
                      <a:pt x="1358678" y="330856"/>
                      <a:pt x="1386405" y="370737"/>
                      <a:pt x="1422108" y="356684"/>
                    </a:cubicBezTo>
                    <a:cubicBezTo>
                      <a:pt x="1484398" y="332375"/>
                      <a:pt x="1479461" y="204756"/>
                      <a:pt x="1480600" y="152720"/>
                    </a:cubicBezTo>
                    <a:cubicBezTo>
                      <a:pt x="1482047" y="117594"/>
                      <a:pt x="1488307" y="82833"/>
                      <a:pt x="1499211" y="49409"/>
                    </a:cubicBezTo>
                    <a:cubicBezTo>
                      <a:pt x="1506808" y="25101"/>
                      <a:pt x="1514024" y="-21617"/>
                      <a:pt x="1539852" y="11427"/>
                    </a:cubicBezTo>
                    <a:cubicBezTo>
                      <a:pt x="1557628" y="42143"/>
                      <a:pt x="1570447" y="75469"/>
                      <a:pt x="1577834" y="110180"/>
                    </a:cubicBezTo>
                    <a:cubicBezTo>
                      <a:pt x="1580645" y="126600"/>
                      <a:pt x="1584451" y="142837"/>
                      <a:pt x="1589229" y="158797"/>
                    </a:cubicBezTo>
                    <a:cubicBezTo>
                      <a:pt x="1589229" y="162596"/>
                      <a:pt x="1592267" y="181207"/>
                      <a:pt x="1595686" y="183106"/>
                    </a:cubicBezTo>
                    <a:cubicBezTo>
                      <a:pt x="1599104" y="185005"/>
                      <a:pt x="1623033" y="176269"/>
                      <a:pt x="1633668" y="178548"/>
                    </a:cubicBezTo>
                    <a:cubicBezTo>
                      <a:pt x="1671650" y="188423"/>
                      <a:pt x="1674309" y="232862"/>
                      <a:pt x="1680386" y="262488"/>
                    </a:cubicBezTo>
                    <a:cubicBezTo>
                      <a:pt x="1686463" y="292114"/>
                      <a:pt x="1708872" y="321740"/>
                      <a:pt x="1718368" y="354405"/>
                    </a:cubicBezTo>
                    <a:cubicBezTo>
                      <a:pt x="1727863" y="387069"/>
                      <a:pt x="1722926" y="415556"/>
                      <a:pt x="1747234" y="437965"/>
                    </a:cubicBezTo>
                    <a:cubicBezTo>
                      <a:pt x="1771543" y="460375"/>
                      <a:pt x="1817121" y="470630"/>
                      <a:pt x="1844848" y="495318"/>
                    </a:cubicBezTo>
                    <a:cubicBezTo>
                      <a:pt x="1864021" y="517040"/>
                      <a:pt x="1879427" y="541816"/>
                      <a:pt x="1890426" y="568624"/>
                    </a:cubicBezTo>
                    <a:cubicBezTo>
                      <a:pt x="1894057" y="581701"/>
                      <a:pt x="1898893" y="594417"/>
                      <a:pt x="1904860" y="606606"/>
                    </a:cubicBezTo>
                    <a:cubicBezTo>
                      <a:pt x="1915874" y="620279"/>
                      <a:pt x="1934865" y="616101"/>
                      <a:pt x="1949678" y="625217"/>
                    </a:cubicBezTo>
                    <a:cubicBezTo>
                      <a:pt x="1964491" y="634333"/>
                      <a:pt x="1961073" y="638511"/>
                      <a:pt x="1967910" y="659781"/>
                    </a:cubicBezTo>
                    <a:cubicBezTo>
                      <a:pt x="1972802" y="675004"/>
                      <a:pt x="1982369" y="688298"/>
                      <a:pt x="1995257" y="697763"/>
                    </a:cubicBezTo>
                    <a:cubicBezTo>
                      <a:pt x="2026159" y="721494"/>
                      <a:pt x="2053529" y="749502"/>
                      <a:pt x="2076538" y="780943"/>
                    </a:cubicBezTo>
                    <a:cubicBezTo>
                      <a:pt x="2085122" y="805814"/>
                      <a:pt x="2087978" y="832299"/>
                      <a:pt x="2084894" y="858427"/>
                    </a:cubicBezTo>
                    <a:cubicBezTo>
                      <a:pt x="2087553" y="896409"/>
                      <a:pt x="2108823" y="931732"/>
                      <a:pt x="2106924" y="969714"/>
                    </a:cubicBezTo>
                    <a:cubicBezTo>
                      <a:pt x="2100733" y="1014138"/>
                      <a:pt x="2091340" y="1058060"/>
                      <a:pt x="2078817" y="1101132"/>
                    </a:cubicBezTo>
                    <a:cubicBezTo>
                      <a:pt x="2075152" y="1137975"/>
                      <a:pt x="2059857" y="1172698"/>
                      <a:pt x="2035138" y="1200265"/>
                    </a:cubicBezTo>
                    <a:cubicBezTo>
                      <a:pt x="1986741" y="1256448"/>
                      <a:pt x="1950993" y="1322381"/>
                      <a:pt x="1930307" y="1393594"/>
                    </a:cubicBezTo>
                    <a:cubicBezTo>
                      <a:pt x="1920432" y="1421321"/>
                      <a:pt x="1930307" y="1472596"/>
                      <a:pt x="1906379" y="1494246"/>
                    </a:cubicBezTo>
                    <a:cubicBezTo>
                      <a:pt x="1882450" y="1515896"/>
                      <a:pt x="1836872" y="1500703"/>
                      <a:pt x="1808765" y="1513237"/>
                    </a:cubicBezTo>
                    <a:cubicBezTo>
                      <a:pt x="1780658" y="1525771"/>
                      <a:pt x="1766225" y="1559575"/>
                      <a:pt x="1732801" y="1564133"/>
                    </a:cubicBezTo>
                    <a:cubicBezTo>
                      <a:pt x="1699377" y="1568691"/>
                      <a:pt x="1672789" y="1538305"/>
                      <a:pt x="1656837" y="1510578"/>
                    </a:cubicBezTo>
                    <a:cubicBezTo>
                      <a:pt x="1624552" y="1537166"/>
                      <a:pt x="1599864" y="1572109"/>
                      <a:pt x="1556184" y="1557296"/>
                    </a:cubicBezTo>
                    <a:cubicBezTo>
                      <a:pt x="1518362" y="1548420"/>
                      <a:pt x="1481079" y="1537386"/>
                      <a:pt x="1444517" y="1524252"/>
                    </a:cubicBezTo>
                    <a:cubicBezTo>
                      <a:pt x="1410918" y="1509374"/>
                      <a:pt x="1389409" y="1475916"/>
                      <a:pt x="1389823" y="1439172"/>
                    </a:cubicBezTo>
                    <a:cubicBezTo>
                      <a:pt x="1386188" y="1420929"/>
                      <a:pt x="1378390" y="1403769"/>
                      <a:pt x="1367034" y="1389036"/>
                    </a:cubicBezTo>
                    <a:cubicBezTo>
                      <a:pt x="1349562" y="1360929"/>
                      <a:pt x="1349942" y="1363968"/>
                      <a:pt x="1317277" y="1372324"/>
                    </a:cubicBezTo>
                    <a:cubicBezTo>
                      <a:pt x="1325626" y="1344722"/>
                      <a:pt x="1316651" y="1314808"/>
                      <a:pt x="1294488" y="1296360"/>
                    </a:cubicBezTo>
                    <a:cubicBezTo>
                      <a:pt x="1283093" y="1320288"/>
                      <a:pt x="1280435" y="1348015"/>
                      <a:pt x="1247770" y="1346876"/>
                    </a:cubicBezTo>
                    <a:cubicBezTo>
                      <a:pt x="1247770" y="1334722"/>
                      <a:pt x="1262583" y="1338900"/>
                      <a:pt x="1264482" y="1329404"/>
                    </a:cubicBezTo>
                    <a:cubicBezTo>
                      <a:pt x="1265063" y="1314724"/>
                      <a:pt x="1266841" y="1300116"/>
                      <a:pt x="1269800" y="1285725"/>
                    </a:cubicBezTo>
                    <a:cubicBezTo>
                      <a:pt x="1275117" y="1270912"/>
                      <a:pt x="1307782" y="1223054"/>
                      <a:pt x="1280435" y="1216217"/>
                    </a:cubicBezTo>
                    <a:cubicBezTo>
                      <a:pt x="1270559" y="1213559"/>
                      <a:pt x="1238655" y="1257998"/>
                      <a:pt x="1229159" y="1265214"/>
                    </a:cubicBezTo>
                    <a:cubicBezTo>
                      <a:pt x="1206810" y="1283955"/>
                      <a:pt x="1186334" y="1304814"/>
                      <a:pt x="1168008" y="1327505"/>
                    </a:cubicBezTo>
                    <a:cubicBezTo>
                      <a:pt x="1153753" y="1296436"/>
                      <a:pt x="1136988" y="1266586"/>
                      <a:pt x="1117872" y="1238247"/>
                    </a:cubicBezTo>
                    <a:cubicBezTo>
                      <a:pt x="1098121" y="1216217"/>
                      <a:pt x="1086726" y="1184313"/>
                      <a:pt x="1060139" y="1171019"/>
                    </a:cubicBezTo>
                    <a:cubicBezTo>
                      <a:pt x="1044980" y="1166210"/>
                      <a:pt x="1029290" y="1163278"/>
                      <a:pt x="1013421" y="1162283"/>
                    </a:cubicBezTo>
                    <a:cubicBezTo>
                      <a:pt x="989872" y="1156966"/>
                      <a:pt x="971261" y="1145951"/>
                      <a:pt x="949231" y="1139114"/>
                    </a:cubicBezTo>
                    <a:cubicBezTo>
                      <a:pt x="909593" y="1130310"/>
                      <a:pt x="868417" y="1131225"/>
                      <a:pt x="829208" y="1141773"/>
                    </a:cubicBezTo>
                    <a:cubicBezTo>
                      <a:pt x="791834" y="1154998"/>
                      <a:pt x="753802" y="1166283"/>
                      <a:pt x="715262" y="1175577"/>
                    </a:cubicBezTo>
                    <a:cubicBezTo>
                      <a:pt x="675723" y="1178266"/>
                      <a:pt x="637053" y="1188449"/>
                      <a:pt x="601316" y="1205583"/>
                    </a:cubicBezTo>
                    <a:cubicBezTo>
                      <a:pt x="584816" y="1211508"/>
                      <a:pt x="569605" y="1220532"/>
                      <a:pt x="556497" y="1232170"/>
                    </a:cubicBezTo>
                    <a:cubicBezTo>
                      <a:pt x="548141" y="1240906"/>
                      <a:pt x="544723" y="1258378"/>
                      <a:pt x="534847" y="1265594"/>
                    </a:cubicBezTo>
                    <a:cubicBezTo>
                      <a:pt x="510159" y="1284585"/>
                      <a:pt x="446729" y="1272051"/>
                      <a:pt x="417483" y="1270912"/>
                    </a:cubicBezTo>
                    <a:cubicBezTo>
                      <a:pt x="382007" y="1266920"/>
                      <a:pt x="346209" y="1274801"/>
                      <a:pt x="315691" y="1293321"/>
                    </a:cubicBezTo>
                    <a:cubicBezTo>
                      <a:pt x="291075" y="1310903"/>
                      <a:pt x="264883" y="1326160"/>
                      <a:pt x="237448" y="1338900"/>
                    </a:cubicBezTo>
                    <a:cubicBezTo>
                      <a:pt x="201745" y="1352193"/>
                      <a:pt x="61211" y="1314211"/>
                      <a:pt x="84760" y="1264455"/>
                    </a:cubicBezTo>
                    <a:cubicBezTo>
                      <a:pt x="88938" y="1256099"/>
                      <a:pt x="104890" y="1249642"/>
                      <a:pt x="110588" y="1239766"/>
                    </a:cubicBezTo>
                    <a:cubicBezTo>
                      <a:pt x="117118" y="1219822"/>
                      <a:pt x="119446" y="1198742"/>
                      <a:pt x="117425" y="1177856"/>
                    </a:cubicBezTo>
                    <a:cubicBezTo>
                      <a:pt x="117425" y="1137595"/>
                      <a:pt x="93876" y="1111387"/>
                      <a:pt x="83241" y="1074165"/>
                    </a:cubicBezTo>
                    <a:cubicBezTo>
                      <a:pt x="79253" y="1039419"/>
                      <a:pt x="71223" y="1005258"/>
                      <a:pt x="59312" y="972373"/>
                    </a:cubicBezTo>
                    <a:cubicBezTo>
                      <a:pt x="39561" y="934391"/>
                      <a:pt x="27027" y="896409"/>
                      <a:pt x="9556" y="858427"/>
                    </a:cubicBezTo>
                    <a:close/>
                  </a:path>
                </a:pathLst>
              </a:custGeom>
              <a:grpFill/>
              <a:ln w="37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  <p:sp>
            <p:nvSpPr>
              <p:cNvPr id="57" name="Forme libre : forme 56">
                <a:extLst>
                  <a:ext uri="{FF2B5EF4-FFF2-40B4-BE49-F238E27FC236}">
                    <a16:creationId xmlns:a16="http://schemas.microsoft.com/office/drawing/2014/main" id="{2210824D-ADD6-93AF-1261-F9BFDFD7CBA0}"/>
                  </a:ext>
                </a:extLst>
              </p:cNvPr>
              <p:cNvSpPr/>
              <p:nvPr/>
            </p:nvSpPr>
            <p:spPr>
              <a:xfrm>
                <a:off x="2405492" y="4731257"/>
                <a:ext cx="185432" cy="166095"/>
              </a:xfrm>
              <a:custGeom>
                <a:avLst/>
                <a:gdLst>
                  <a:gd name="connsiteX0" fmla="*/ 2573 w 185432"/>
                  <a:gd name="connsiteY0" fmla="*/ 0 h 166095"/>
                  <a:gd name="connsiteX1" fmla="*/ 73220 w 185432"/>
                  <a:gd name="connsiteY1" fmla="*/ 20890 h 166095"/>
                  <a:gd name="connsiteX2" fmla="*/ 157920 w 185432"/>
                  <a:gd name="connsiteY2" fmla="*/ 6077 h 166095"/>
                  <a:gd name="connsiteX3" fmla="*/ 157920 w 185432"/>
                  <a:gd name="connsiteY3" fmla="*/ 120023 h 166095"/>
                  <a:gd name="connsiteX4" fmla="*/ 42075 w 185432"/>
                  <a:gd name="connsiteY4" fmla="*/ 132557 h 166095"/>
                  <a:gd name="connsiteX5" fmla="*/ 17386 w 185432"/>
                  <a:gd name="connsiteY5" fmla="*/ 64190 h 166095"/>
                  <a:gd name="connsiteX6" fmla="*/ 2573 w 185432"/>
                  <a:gd name="connsiteY6" fmla="*/ 0 h 166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5432" h="166095">
                    <a:moveTo>
                      <a:pt x="2573" y="0"/>
                    </a:moveTo>
                    <a:cubicBezTo>
                      <a:pt x="29540" y="0"/>
                      <a:pt x="48152" y="16332"/>
                      <a:pt x="73220" y="20890"/>
                    </a:cubicBezTo>
                    <a:cubicBezTo>
                      <a:pt x="98288" y="25448"/>
                      <a:pt x="128674" y="5697"/>
                      <a:pt x="157920" y="6077"/>
                    </a:cubicBezTo>
                    <a:cubicBezTo>
                      <a:pt x="208436" y="6077"/>
                      <a:pt x="177670" y="93056"/>
                      <a:pt x="157920" y="120023"/>
                    </a:cubicBezTo>
                    <a:cubicBezTo>
                      <a:pt x="125255" y="168260"/>
                      <a:pt x="77018" y="188011"/>
                      <a:pt x="42075" y="132557"/>
                    </a:cubicBezTo>
                    <a:cubicBezTo>
                      <a:pt x="32435" y="110304"/>
                      <a:pt x="24189" y="87469"/>
                      <a:pt x="17386" y="64190"/>
                    </a:cubicBezTo>
                    <a:cubicBezTo>
                      <a:pt x="6751" y="41780"/>
                      <a:pt x="-5403" y="26967"/>
                      <a:pt x="2573" y="0"/>
                    </a:cubicBezTo>
                    <a:close/>
                  </a:path>
                </a:pathLst>
              </a:custGeom>
              <a:grpFill/>
              <a:ln w="379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fr-FR"/>
              </a:p>
            </p:txBody>
          </p:sp>
        </p:grp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22C4CCCF-4383-1FE2-D150-38A240CA8934}"/>
                </a:ext>
              </a:extLst>
            </p:cNvPr>
            <p:cNvSpPr txBox="1"/>
            <p:nvPr/>
          </p:nvSpPr>
          <p:spPr>
            <a:xfrm>
              <a:off x="2926649" y="5635853"/>
              <a:ext cx="220813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noProof="0" dirty="0">
                  <a:solidFill>
                    <a:srgbClr val="3E513C"/>
                  </a:solidFill>
                  <a:latin typeface="Amasis MT Pro Black" panose="02040A04050005020304" pitchFamily="18" charset="0"/>
                </a:rPr>
                <a:t>1 Tribe</a:t>
              </a:r>
            </a:p>
          </p:txBody>
        </p:sp>
        <p:pic>
          <p:nvPicPr>
            <p:cNvPr id="15" name="Graphique 14" descr="Enfant avec ballon avec un remplissage uni">
              <a:extLst>
                <a:ext uri="{FF2B5EF4-FFF2-40B4-BE49-F238E27FC236}">
                  <a16:creationId xmlns:a16="http://schemas.microsoft.com/office/drawing/2014/main" id="{B8FEE120-A5D5-C1FB-FDD8-7BE8F8537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86829" y="7039345"/>
              <a:ext cx="771353" cy="771353"/>
            </a:xfrm>
            <a:prstGeom prst="rect">
              <a:avLst/>
            </a:prstGeom>
          </p:spPr>
        </p:pic>
        <p:pic>
          <p:nvPicPr>
            <p:cNvPr id="17" name="Graphique 16" descr="Famille avec un garçon avec un remplissage uni">
              <a:extLst>
                <a:ext uri="{FF2B5EF4-FFF2-40B4-BE49-F238E27FC236}">
                  <a16:creationId xmlns:a16="http://schemas.microsoft.com/office/drawing/2014/main" id="{D2F041C4-731F-4337-8CD7-35C1BDAC3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522675" y="6153387"/>
              <a:ext cx="719848" cy="719848"/>
            </a:xfrm>
            <a:prstGeom prst="rect">
              <a:avLst/>
            </a:prstGeom>
          </p:spPr>
        </p:pic>
        <p:pic>
          <p:nvPicPr>
            <p:cNvPr id="19" name="Graphique 18" descr="Famille avec deux enfants avec un remplissage uni">
              <a:extLst>
                <a:ext uri="{FF2B5EF4-FFF2-40B4-BE49-F238E27FC236}">
                  <a16:creationId xmlns:a16="http://schemas.microsoft.com/office/drawing/2014/main" id="{748564E6-C8E5-81F7-8C07-DF1DE13BC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964986" y="5377148"/>
              <a:ext cx="989400" cy="989400"/>
            </a:xfrm>
            <a:prstGeom prst="rect">
              <a:avLst/>
            </a:prstGeom>
          </p:spPr>
        </p:pic>
        <p:pic>
          <p:nvPicPr>
            <p:cNvPr id="21" name="Graphique 20" descr="Femme avec bébé avec un remplissage uni">
              <a:extLst>
                <a:ext uri="{FF2B5EF4-FFF2-40B4-BE49-F238E27FC236}">
                  <a16:creationId xmlns:a16="http://schemas.microsoft.com/office/drawing/2014/main" id="{BD8CBD7F-24DC-F76B-DF09-9056BC788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631146" y="7065422"/>
              <a:ext cx="774750" cy="774750"/>
            </a:xfrm>
            <a:prstGeom prst="rect">
              <a:avLst/>
            </a:prstGeom>
          </p:spPr>
        </p:pic>
        <p:pic>
          <p:nvPicPr>
            <p:cNvPr id="23" name="Graphique 22" descr="Homme avec bébé avec un remplissage uni">
              <a:extLst>
                <a:ext uri="{FF2B5EF4-FFF2-40B4-BE49-F238E27FC236}">
                  <a16:creationId xmlns:a16="http://schemas.microsoft.com/office/drawing/2014/main" id="{14CCE8B3-331D-7FAA-76D7-5236BA8B821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130226" y="6211881"/>
              <a:ext cx="655620" cy="655620"/>
            </a:xfrm>
            <a:prstGeom prst="rect">
              <a:avLst/>
            </a:prstGeom>
          </p:spPr>
        </p:pic>
        <p:pic>
          <p:nvPicPr>
            <p:cNvPr id="25" name="Graphique 24" descr="Homme avec enfant avec un remplissage uni">
              <a:extLst>
                <a:ext uri="{FF2B5EF4-FFF2-40B4-BE49-F238E27FC236}">
                  <a16:creationId xmlns:a16="http://schemas.microsoft.com/office/drawing/2014/main" id="{76F80163-7A41-EDFA-4611-D4010ED4F5E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802445" y="5909252"/>
              <a:ext cx="774750" cy="774750"/>
            </a:xfrm>
            <a:prstGeom prst="rect">
              <a:avLst/>
            </a:prstGeom>
          </p:spPr>
        </p:pic>
        <p:pic>
          <p:nvPicPr>
            <p:cNvPr id="30" name="Graphique 29" descr="Hiérarchie avec un remplissage uni">
              <a:extLst>
                <a:ext uri="{FF2B5EF4-FFF2-40B4-BE49-F238E27FC236}">
                  <a16:creationId xmlns:a16="http://schemas.microsoft.com/office/drawing/2014/main" id="{AA4E2DEA-3D00-C8D8-8071-3772DA893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824669" y="1645705"/>
              <a:ext cx="914400" cy="914400"/>
            </a:xfrm>
            <a:prstGeom prst="rect">
              <a:avLst/>
            </a:prstGeom>
          </p:spPr>
        </p:pic>
        <p:pic>
          <p:nvPicPr>
            <p:cNvPr id="32" name="Graphique 31" descr="Images avec un remplissage uni">
              <a:extLst>
                <a:ext uri="{FF2B5EF4-FFF2-40B4-BE49-F238E27FC236}">
                  <a16:creationId xmlns:a16="http://schemas.microsoft.com/office/drawing/2014/main" id="{AD5ADD51-D7BF-4D33-7B40-58FD440694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5363815" y="5511380"/>
              <a:ext cx="408316" cy="408316"/>
            </a:xfrm>
            <a:prstGeom prst="rect">
              <a:avLst/>
            </a:prstGeom>
          </p:spPr>
        </p:pic>
        <p:pic>
          <p:nvPicPr>
            <p:cNvPr id="42" name="Graphique 41" descr="Homme avec canne avec un remplissage uni">
              <a:extLst>
                <a:ext uri="{FF2B5EF4-FFF2-40B4-BE49-F238E27FC236}">
                  <a16:creationId xmlns:a16="http://schemas.microsoft.com/office/drawing/2014/main" id="{9A6D5A92-2B76-1140-67F9-1CB716CB65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103922" y="3362766"/>
              <a:ext cx="721145" cy="721145"/>
            </a:xfrm>
            <a:prstGeom prst="rect">
              <a:avLst/>
            </a:prstGeom>
          </p:spPr>
        </p:pic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582DF2B2-C2D6-7807-4A27-04801ACB4447}"/>
                </a:ext>
              </a:extLst>
            </p:cNvPr>
            <p:cNvSpPr/>
            <p:nvPr/>
          </p:nvSpPr>
          <p:spPr>
            <a:xfrm>
              <a:off x="1903309" y="2304314"/>
              <a:ext cx="191507" cy="137710"/>
            </a:xfrm>
            <a:prstGeom prst="rect">
              <a:avLst/>
            </a:prstGeom>
            <a:solidFill>
              <a:srgbClr val="3E513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CB6814D-EF0F-13C4-DAC3-BCB8B76109C6}"/>
                </a:ext>
              </a:extLst>
            </p:cNvPr>
            <p:cNvSpPr/>
            <p:nvPr/>
          </p:nvSpPr>
          <p:spPr>
            <a:xfrm>
              <a:off x="2189603" y="2304423"/>
              <a:ext cx="191507" cy="137710"/>
            </a:xfrm>
            <a:prstGeom prst="rect">
              <a:avLst/>
            </a:prstGeom>
            <a:solidFill>
              <a:srgbClr val="3E513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29BBEAB-991A-99A0-1AFD-B1D7FF293363}"/>
                </a:ext>
              </a:extLst>
            </p:cNvPr>
            <p:cNvSpPr/>
            <p:nvPr/>
          </p:nvSpPr>
          <p:spPr>
            <a:xfrm>
              <a:off x="2473924" y="2304314"/>
              <a:ext cx="191507" cy="137710"/>
            </a:xfrm>
            <a:prstGeom prst="rect">
              <a:avLst/>
            </a:prstGeom>
            <a:solidFill>
              <a:srgbClr val="3E513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743A4A70-DF36-2204-D994-263A597E8986}"/>
                </a:ext>
              </a:extLst>
            </p:cNvPr>
            <p:cNvSpPr/>
            <p:nvPr/>
          </p:nvSpPr>
          <p:spPr>
            <a:xfrm>
              <a:off x="2189603" y="1770203"/>
              <a:ext cx="191507" cy="137710"/>
            </a:xfrm>
            <a:prstGeom prst="rect">
              <a:avLst/>
            </a:prstGeom>
            <a:solidFill>
              <a:srgbClr val="8E7653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9" name="Image 8" descr="Une image contenant fleur, conception, plante&#10;&#10;Le contenu généré par l’IA peut être incorrect.">
              <a:extLst>
                <a:ext uri="{FF2B5EF4-FFF2-40B4-BE49-F238E27FC236}">
                  <a16:creationId xmlns:a16="http://schemas.microsoft.com/office/drawing/2014/main" id="{56F8730A-0FCB-C750-C725-6BFE43FA5D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6835" y="685084"/>
              <a:ext cx="1109409" cy="977521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69" name="Phylactère : pensées 68">
              <a:extLst>
                <a:ext uri="{FF2B5EF4-FFF2-40B4-BE49-F238E27FC236}">
                  <a16:creationId xmlns:a16="http://schemas.microsoft.com/office/drawing/2014/main" id="{0360170D-2348-0ECB-5124-FFDFBEBA07DD}"/>
                </a:ext>
              </a:extLst>
            </p:cNvPr>
            <p:cNvSpPr/>
            <p:nvPr/>
          </p:nvSpPr>
          <p:spPr>
            <a:xfrm>
              <a:off x="4968305" y="5397403"/>
              <a:ext cx="999240" cy="604261"/>
            </a:xfrm>
            <a:prstGeom prst="cloudCallout">
              <a:avLst/>
            </a:prstGeom>
            <a:noFill/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1" name="ZoneTexte 70">
              <a:extLst>
                <a:ext uri="{FF2B5EF4-FFF2-40B4-BE49-F238E27FC236}">
                  <a16:creationId xmlns:a16="http://schemas.microsoft.com/office/drawing/2014/main" id="{7E81B889-8A89-7617-92E4-38117570FB8C}"/>
                </a:ext>
              </a:extLst>
            </p:cNvPr>
            <p:cNvSpPr txBox="1"/>
            <p:nvPr/>
          </p:nvSpPr>
          <p:spPr>
            <a:xfrm>
              <a:off x="5187598" y="-133211"/>
              <a:ext cx="26690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noProof="0" dirty="0">
                  <a:solidFill>
                    <a:srgbClr val="8E7653"/>
                  </a:solidFill>
                  <a:latin typeface="Amasis MT Pro Black" panose="02040A04050005020304" pitchFamily="18" charset="0"/>
                </a:rPr>
                <a:t>1 Newspaper</a:t>
              </a:r>
            </a:p>
          </p:txBody>
        </p:sp>
        <p:sp>
          <p:nvSpPr>
            <p:cNvPr id="72" name="ZoneTexte 71">
              <a:extLst>
                <a:ext uri="{FF2B5EF4-FFF2-40B4-BE49-F238E27FC236}">
                  <a16:creationId xmlns:a16="http://schemas.microsoft.com/office/drawing/2014/main" id="{8DBA61F6-BF47-A259-40CF-4681CA1B7F06}"/>
                </a:ext>
              </a:extLst>
            </p:cNvPr>
            <p:cNvSpPr txBox="1"/>
            <p:nvPr/>
          </p:nvSpPr>
          <p:spPr>
            <a:xfrm>
              <a:off x="1630017" y="-139274"/>
              <a:ext cx="12699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noProof="0" dirty="0">
                  <a:solidFill>
                    <a:srgbClr val="3E513C"/>
                  </a:solidFill>
                  <a:latin typeface="Amasis MT Pro Black" panose="02040A04050005020304" pitchFamily="18" charset="0"/>
                </a:rPr>
                <a:t>1 App</a:t>
              </a:r>
            </a:p>
          </p:txBody>
        </p:sp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7A57670E-6F5C-F056-1318-BB625094A6EA}"/>
                </a:ext>
              </a:extLst>
            </p:cNvPr>
            <p:cNvGrpSpPr/>
            <p:nvPr/>
          </p:nvGrpSpPr>
          <p:grpSpPr>
            <a:xfrm>
              <a:off x="5273866" y="200386"/>
              <a:ext cx="2506784" cy="2665660"/>
              <a:chOff x="7262858" y="850197"/>
              <a:chExt cx="2044942" cy="2044942"/>
            </a:xfrm>
          </p:grpSpPr>
          <p:pic>
            <p:nvPicPr>
              <p:cNvPr id="76" name="Graphique 75" descr="Menu avec un remplissage uni">
                <a:extLst>
                  <a:ext uri="{FF2B5EF4-FFF2-40B4-BE49-F238E27FC236}">
                    <a16:creationId xmlns:a16="http://schemas.microsoft.com/office/drawing/2014/main" id="{E763973B-85A1-9F67-CD17-A495F96653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7262858" y="850197"/>
                <a:ext cx="2044942" cy="2044942"/>
              </a:xfrm>
              <a:prstGeom prst="rect">
                <a:avLst/>
              </a:prstGeom>
            </p:spPr>
          </p:pic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2AA7CB9A-6E06-2E9C-B2AC-4074C6906926}"/>
                  </a:ext>
                </a:extLst>
              </p:cNvPr>
              <p:cNvSpPr/>
              <p:nvPr/>
            </p:nvSpPr>
            <p:spPr>
              <a:xfrm>
                <a:off x="7814223" y="1334649"/>
                <a:ext cx="933843" cy="11589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grpSp>
            <p:nvGrpSpPr>
              <p:cNvPr id="81" name="Groupe 80">
                <a:extLst>
                  <a:ext uri="{FF2B5EF4-FFF2-40B4-BE49-F238E27FC236}">
                    <a16:creationId xmlns:a16="http://schemas.microsoft.com/office/drawing/2014/main" id="{E1F9092A-625A-9D35-5B76-188EA91DB8C6}"/>
                  </a:ext>
                </a:extLst>
              </p:cNvPr>
              <p:cNvGrpSpPr/>
              <p:nvPr/>
            </p:nvGrpSpPr>
            <p:grpSpPr>
              <a:xfrm>
                <a:off x="8257480" y="2062195"/>
                <a:ext cx="578268" cy="578268"/>
                <a:chOff x="11282810" y="3629117"/>
                <a:chExt cx="578268" cy="578268"/>
              </a:xfrm>
            </p:grpSpPr>
            <p:sp>
              <p:nvSpPr>
                <p:cNvPr id="77" name="Rectangle 76">
                  <a:extLst>
                    <a:ext uri="{FF2B5EF4-FFF2-40B4-BE49-F238E27FC236}">
                      <a16:creationId xmlns:a16="http://schemas.microsoft.com/office/drawing/2014/main" id="{CCF8A36D-C4B7-DF11-5C43-9A6702D4E487}"/>
                    </a:ext>
                  </a:extLst>
                </p:cNvPr>
                <p:cNvSpPr/>
                <p:nvPr/>
              </p:nvSpPr>
              <p:spPr>
                <a:xfrm>
                  <a:off x="11386406" y="3728863"/>
                  <a:ext cx="371076" cy="3491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pic>
              <p:nvPicPr>
                <p:cNvPr id="78" name="Graphique 77" descr="Lettre d’amour avec un remplissage uni">
                  <a:extLst>
                    <a:ext uri="{FF2B5EF4-FFF2-40B4-BE49-F238E27FC236}">
                      <a16:creationId xmlns:a16="http://schemas.microsoft.com/office/drawing/2014/main" id="{A43D2A40-CDCC-8244-066F-1E778FBF81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>
                  <a:extLst>
                    <a:ext uri="{96DAC541-7B7A-43D3-8B79-37D633B846F1}">
                      <asvg:svgBlip xmlns:asvg="http://schemas.microsoft.com/office/drawing/2016/SVG/main" r:embed="rId2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282810" y="3629117"/>
                  <a:ext cx="578268" cy="578268"/>
                </a:xfrm>
                <a:prstGeom prst="rect">
                  <a:avLst/>
                </a:prstGeom>
              </p:spPr>
            </p:pic>
          </p:grpSp>
          <p:pic>
            <p:nvPicPr>
              <p:cNvPr id="80" name="Image 79" descr="Une image contenant fleur, conception, plante&#10;&#10;Le contenu généré par l’IA peut être incorrect.">
                <a:extLst>
                  <a:ext uri="{FF2B5EF4-FFF2-40B4-BE49-F238E27FC236}">
                    <a16:creationId xmlns:a16="http://schemas.microsoft.com/office/drawing/2014/main" id="{7D5E2F0C-0975-7AAA-CDE7-0F90C1D0E49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904319" y="1333217"/>
                <a:ext cx="753649" cy="664054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4B8D8C38-778A-8E4A-5BC8-9A641496EFC3}"/>
                </a:ext>
              </a:extLst>
            </p:cNvPr>
            <p:cNvSpPr/>
            <p:nvPr/>
          </p:nvSpPr>
          <p:spPr>
            <a:xfrm rot="6819046" flipH="1">
              <a:off x="3775334" y="-501209"/>
              <a:ext cx="1063016" cy="1979758"/>
            </a:xfrm>
            <a:custGeom>
              <a:avLst/>
              <a:gdLst>
                <a:gd name="connsiteX0" fmla="*/ 1127986 w 1127998"/>
                <a:gd name="connsiteY0" fmla="*/ 485765 h 1883285"/>
                <a:gd name="connsiteX1" fmla="*/ 1050822 w 1127998"/>
                <a:gd name="connsiteY1" fmla="*/ 53724 h 1883285"/>
                <a:gd name="connsiteX2" fmla="*/ 944565 w 1127998"/>
                <a:gd name="connsiteY2" fmla="*/ 5238 h 1883285"/>
                <a:gd name="connsiteX3" fmla="*/ 896079 w 1127998"/>
                <a:gd name="connsiteY3" fmla="*/ 111495 h 1883285"/>
                <a:gd name="connsiteX4" fmla="*/ 264672 w 1127998"/>
                <a:gd name="connsiteY4" fmla="*/ 1491158 h 1883285"/>
                <a:gd name="connsiteX5" fmla="*/ 252763 w 1127998"/>
                <a:gd name="connsiteY5" fmla="*/ 1495511 h 1883285"/>
                <a:gd name="connsiteX6" fmla="*/ 252763 w 1127998"/>
                <a:gd name="connsiteY6" fmla="*/ 1495511 h 1883285"/>
                <a:gd name="connsiteX7" fmla="*/ 327865 w 1127998"/>
                <a:gd name="connsiteY7" fmla="*/ 1364290 h 1883285"/>
                <a:gd name="connsiteX8" fmla="*/ 297329 w 1127998"/>
                <a:gd name="connsiteY8" fmla="*/ 1251225 h 1883285"/>
                <a:gd name="connsiteX9" fmla="*/ 184264 w 1127998"/>
                <a:gd name="connsiteY9" fmla="*/ 1281760 h 1883285"/>
                <a:gd name="connsiteX10" fmla="*/ 10952 w 1127998"/>
                <a:gd name="connsiteY10" fmla="*/ 1585881 h 1883285"/>
                <a:gd name="connsiteX11" fmla="*/ 41484 w 1127998"/>
                <a:gd name="connsiteY11" fmla="*/ 1698529 h 1883285"/>
                <a:gd name="connsiteX12" fmla="*/ 41488 w 1127998"/>
                <a:gd name="connsiteY12" fmla="*/ 1698533 h 1883285"/>
                <a:gd name="connsiteX13" fmla="*/ 345609 w 1127998"/>
                <a:gd name="connsiteY13" fmla="*/ 1872258 h 1883285"/>
                <a:gd name="connsiteX14" fmla="*/ 458674 w 1127998"/>
                <a:gd name="connsiteY14" fmla="*/ 1841722 h 1883285"/>
                <a:gd name="connsiteX15" fmla="*/ 428138 w 1127998"/>
                <a:gd name="connsiteY15" fmla="*/ 1728657 h 1883285"/>
                <a:gd name="connsiteX16" fmla="*/ 299392 w 1127998"/>
                <a:gd name="connsiteY16" fmla="*/ 1655618 h 1883285"/>
                <a:gd name="connsiteX17" fmla="*/ 1127986 w 1127998"/>
                <a:gd name="connsiteY17" fmla="*/ 485765 h 1883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27998" h="1883285">
                  <a:moveTo>
                    <a:pt x="1127986" y="485765"/>
                  </a:moveTo>
                  <a:cubicBezTo>
                    <a:pt x="1128156" y="338310"/>
                    <a:pt x="1102027" y="192006"/>
                    <a:pt x="1050822" y="53724"/>
                  </a:cubicBezTo>
                  <a:cubicBezTo>
                    <a:pt x="1034868" y="10995"/>
                    <a:pt x="987294" y="-10715"/>
                    <a:pt x="944565" y="5238"/>
                  </a:cubicBezTo>
                  <a:cubicBezTo>
                    <a:pt x="901835" y="21191"/>
                    <a:pt x="880126" y="68765"/>
                    <a:pt x="896079" y="111495"/>
                  </a:cubicBezTo>
                  <a:cubicBezTo>
                    <a:pt x="1102704" y="666834"/>
                    <a:pt x="820016" y="1284533"/>
                    <a:pt x="264672" y="1491158"/>
                  </a:cubicBezTo>
                  <a:cubicBezTo>
                    <a:pt x="260711" y="1492635"/>
                    <a:pt x="256741" y="1494084"/>
                    <a:pt x="252763" y="1495511"/>
                  </a:cubicBezTo>
                  <a:lnTo>
                    <a:pt x="252763" y="1495511"/>
                  </a:lnTo>
                  <a:lnTo>
                    <a:pt x="327865" y="1364290"/>
                  </a:lnTo>
                  <a:cubicBezTo>
                    <a:pt x="350655" y="1324634"/>
                    <a:pt x="336984" y="1274015"/>
                    <a:pt x="297329" y="1251225"/>
                  </a:cubicBezTo>
                  <a:cubicBezTo>
                    <a:pt x="257674" y="1228434"/>
                    <a:pt x="207054" y="1242105"/>
                    <a:pt x="184264" y="1281760"/>
                  </a:cubicBezTo>
                  <a:lnTo>
                    <a:pt x="10952" y="1585881"/>
                  </a:lnTo>
                  <a:cubicBezTo>
                    <a:pt x="-11723" y="1625421"/>
                    <a:pt x="1944" y="1675854"/>
                    <a:pt x="41484" y="1698529"/>
                  </a:cubicBezTo>
                  <a:cubicBezTo>
                    <a:pt x="41484" y="1698533"/>
                    <a:pt x="41488" y="1698533"/>
                    <a:pt x="41488" y="1698533"/>
                  </a:cubicBezTo>
                  <a:lnTo>
                    <a:pt x="345609" y="1872258"/>
                  </a:lnTo>
                  <a:cubicBezTo>
                    <a:pt x="385264" y="1895048"/>
                    <a:pt x="435883" y="1881377"/>
                    <a:pt x="458674" y="1841722"/>
                  </a:cubicBezTo>
                  <a:cubicBezTo>
                    <a:pt x="481464" y="1802067"/>
                    <a:pt x="467793" y="1751447"/>
                    <a:pt x="428138" y="1728657"/>
                  </a:cubicBezTo>
                  <a:lnTo>
                    <a:pt x="299392" y="1655618"/>
                  </a:lnTo>
                  <a:cubicBezTo>
                    <a:pt x="797279" y="1482901"/>
                    <a:pt x="1130277" y="1012752"/>
                    <a:pt x="1127986" y="485765"/>
                  </a:cubicBezTo>
                  <a:close/>
                </a:path>
              </a:pathLst>
            </a:custGeom>
            <a:solidFill>
              <a:srgbClr val="000000"/>
            </a:solidFill>
            <a:ln w="411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3674B8E7-6E16-E880-5220-A9A5C1BDAB07}"/>
                </a:ext>
              </a:extLst>
            </p:cNvPr>
            <p:cNvSpPr/>
            <p:nvPr/>
          </p:nvSpPr>
          <p:spPr>
            <a:xfrm rot="6907436" flipH="1">
              <a:off x="6131789" y="3366110"/>
              <a:ext cx="1935365" cy="577704"/>
            </a:xfrm>
            <a:custGeom>
              <a:avLst/>
              <a:gdLst>
                <a:gd name="connsiteX0" fmla="*/ 1502912 w 1935365"/>
                <a:gd name="connsiteY0" fmla="*/ 412495 h 577704"/>
                <a:gd name="connsiteX1" fmla="*/ 1420382 w 1935365"/>
                <a:gd name="connsiteY1" fmla="*/ 495024 h 577704"/>
                <a:gd name="connsiteX2" fmla="*/ 1502912 w 1935365"/>
                <a:gd name="connsiteY2" fmla="*/ 577553 h 577704"/>
                <a:gd name="connsiteX3" fmla="*/ 1842107 w 1935365"/>
                <a:gd name="connsiteY3" fmla="*/ 577553 h 577704"/>
                <a:gd name="connsiteX4" fmla="*/ 1851598 w 1935365"/>
                <a:gd name="connsiteY4" fmla="*/ 577553 h 577704"/>
                <a:gd name="connsiteX5" fmla="*/ 1896164 w 1935365"/>
                <a:gd name="connsiteY5" fmla="*/ 563936 h 577704"/>
                <a:gd name="connsiteX6" fmla="*/ 1901941 w 1935365"/>
                <a:gd name="connsiteY6" fmla="*/ 560222 h 577704"/>
                <a:gd name="connsiteX7" fmla="*/ 1904417 w 1935365"/>
                <a:gd name="connsiteY7" fmla="*/ 558159 h 577704"/>
                <a:gd name="connsiteX8" fmla="*/ 1904417 w 1935365"/>
                <a:gd name="connsiteY8" fmla="*/ 558159 h 577704"/>
                <a:gd name="connsiteX9" fmla="*/ 1909781 w 1935365"/>
                <a:gd name="connsiteY9" fmla="*/ 554032 h 577704"/>
                <a:gd name="connsiteX10" fmla="*/ 1935365 w 1935365"/>
                <a:gd name="connsiteY10" fmla="*/ 495024 h 577704"/>
                <a:gd name="connsiteX11" fmla="*/ 1935365 w 1935365"/>
                <a:gd name="connsiteY11" fmla="*/ 145100 h 577704"/>
                <a:gd name="connsiteX12" fmla="*/ 1852836 w 1935365"/>
                <a:gd name="connsiteY12" fmla="*/ 62570 h 577704"/>
                <a:gd name="connsiteX13" fmla="*/ 1770306 w 1935365"/>
                <a:gd name="connsiteY13" fmla="*/ 145100 h 577704"/>
                <a:gd name="connsiteX14" fmla="*/ 1770306 w 1935365"/>
                <a:gd name="connsiteY14" fmla="*/ 295716 h 577704"/>
                <a:gd name="connsiteX15" fmla="*/ 1770306 w 1935365"/>
                <a:gd name="connsiteY15" fmla="*/ 295716 h 577704"/>
                <a:gd name="connsiteX16" fmla="*/ 25150 w 1935365"/>
                <a:gd name="connsiteY16" fmla="*/ 435054 h 577704"/>
                <a:gd name="connsiteX17" fmla="*/ 19447 w 1935365"/>
                <a:gd name="connsiteY17" fmla="*/ 441792 h 577704"/>
                <a:gd name="connsiteX18" fmla="*/ 29351 w 1935365"/>
                <a:gd name="connsiteY18" fmla="*/ 558159 h 577704"/>
                <a:gd name="connsiteX19" fmla="*/ 145717 w 1935365"/>
                <a:gd name="connsiteY19" fmla="*/ 548255 h 577704"/>
                <a:gd name="connsiteX20" fmla="*/ 1651052 w 1935365"/>
                <a:gd name="connsiteY20" fmla="*/ 411257 h 577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35365" h="577704">
                  <a:moveTo>
                    <a:pt x="1502912" y="412495"/>
                  </a:moveTo>
                  <a:cubicBezTo>
                    <a:pt x="1457331" y="412495"/>
                    <a:pt x="1420382" y="449443"/>
                    <a:pt x="1420382" y="495024"/>
                  </a:cubicBezTo>
                  <a:cubicBezTo>
                    <a:pt x="1420382" y="540605"/>
                    <a:pt x="1457331" y="577553"/>
                    <a:pt x="1502912" y="577553"/>
                  </a:cubicBezTo>
                  <a:lnTo>
                    <a:pt x="1842107" y="577553"/>
                  </a:lnTo>
                  <a:cubicBezTo>
                    <a:pt x="1845268" y="577755"/>
                    <a:pt x="1848437" y="577755"/>
                    <a:pt x="1851598" y="577553"/>
                  </a:cubicBezTo>
                  <a:cubicBezTo>
                    <a:pt x="1867480" y="577557"/>
                    <a:pt x="1883000" y="572816"/>
                    <a:pt x="1896164" y="563936"/>
                  </a:cubicBezTo>
                  <a:lnTo>
                    <a:pt x="1901941" y="560222"/>
                  </a:lnTo>
                  <a:lnTo>
                    <a:pt x="1904417" y="558159"/>
                  </a:lnTo>
                  <a:lnTo>
                    <a:pt x="1904417" y="558159"/>
                  </a:lnTo>
                  <a:lnTo>
                    <a:pt x="1909781" y="554032"/>
                  </a:lnTo>
                  <a:cubicBezTo>
                    <a:pt x="1925936" y="538632"/>
                    <a:pt x="1935167" y="517344"/>
                    <a:pt x="1935365" y="495024"/>
                  </a:cubicBezTo>
                  <a:lnTo>
                    <a:pt x="1935365" y="145100"/>
                  </a:lnTo>
                  <a:cubicBezTo>
                    <a:pt x="1935365" y="99519"/>
                    <a:pt x="1898417" y="62570"/>
                    <a:pt x="1852836" y="62570"/>
                  </a:cubicBezTo>
                  <a:cubicBezTo>
                    <a:pt x="1807255" y="62570"/>
                    <a:pt x="1770306" y="99519"/>
                    <a:pt x="1770306" y="145100"/>
                  </a:cubicBezTo>
                  <a:lnTo>
                    <a:pt x="1770306" y="295716"/>
                  </a:lnTo>
                  <a:lnTo>
                    <a:pt x="1770306" y="295716"/>
                  </a:lnTo>
                  <a:cubicBezTo>
                    <a:pt x="1249918" y="-147719"/>
                    <a:pt x="468584" y="-85335"/>
                    <a:pt x="25150" y="435054"/>
                  </a:cubicBezTo>
                  <a:cubicBezTo>
                    <a:pt x="23239" y="437290"/>
                    <a:pt x="21341" y="439539"/>
                    <a:pt x="19447" y="441792"/>
                  </a:cubicBezTo>
                  <a:cubicBezTo>
                    <a:pt x="-9950" y="476661"/>
                    <a:pt x="-5518" y="528762"/>
                    <a:pt x="29351" y="558159"/>
                  </a:cubicBezTo>
                  <a:cubicBezTo>
                    <a:pt x="64219" y="587556"/>
                    <a:pt x="116320" y="583124"/>
                    <a:pt x="145717" y="548255"/>
                  </a:cubicBezTo>
                  <a:cubicBezTo>
                    <a:pt x="524687" y="96865"/>
                    <a:pt x="1196823" y="35699"/>
                    <a:pt x="1651052" y="411257"/>
                  </a:cubicBezTo>
                  <a:close/>
                </a:path>
              </a:pathLst>
            </a:custGeom>
            <a:solidFill>
              <a:srgbClr val="000000"/>
            </a:solidFill>
            <a:ln w="411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grpSp>
          <p:nvGrpSpPr>
            <p:cNvPr id="96" name="Groupe 95">
              <a:extLst>
                <a:ext uri="{FF2B5EF4-FFF2-40B4-BE49-F238E27FC236}">
                  <a16:creationId xmlns:a16="http://schemas.microsoft.com/office/drawing/2014/main" id="{C1FB390A-4095-DEB8-8C65-689753F94960}"/>
                </a:ext>
              </a:extLst>
            </p:cNvPr>
            <p:cNvGrpSpPr/>
            <p:nvPr/>
          </p:nvGrpSpPr>
          <p:grpSpPr>
            <a:xfrm>
              <a:off x="4619634" y="2986440"/>
              <a:ext cx="816992" cy="1096087"/>
              <a:chOff x="4916578" y="-428306"/>
              <a:chExt cx="1754603" cy="2278709"/>
            </a:xfrm>
          </p:grpSpPr>
          <p:pic>
            <p:nvPicPr>
              <p:cNvPr id="97" name="Graphique 96" descr="Paie avec un remplissage uni">
                <a:extLst>
                  <a:ext uri="{FF2B5EF4-FFF2-40B4-BE49-F238E27FC236}">
                    <a16:creationId xmlns:a16="http://schemas.microsoft.com/office/drawing/2014/main" id="{8E02ECAF-759E-D416-7882-CA62ACB8D1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4916578" y="95800"/>
                <a:ext cx="1754603" cy="1754603"/>
              </a:xfrm>
              <a:prstGeom prst="rect">
                <a:avLst/>
              </a:prstGeom>
            </p:spPr>
          </p:pic>
          <p:pic>
            <p:nvPicPr>
              <p:cNvPr id="98" name="Image 97">
                <a:extLst>
                  <a:ext uri="{FF2B5EF4-FFF2-40B4-BE49-F238E27FC236}">
                    <a16:creationId xmlns:a16="http://schemas.microsoft.com/office/drawing/2014/main" id="{5E515071-673C-A092-C17D-1D807BC201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rcRect l="19872" r="22265" b="38515"/>
              <a:stretch>
                <a:fillRect/>
              </a:stretch>
            </p:blipFill>
            <p:spPr>
              <a:xfrm>
                <a:off x="5108982" y="-428306"/>
                <a:ext cx="1333896" cy="1389824"/>
              </a:xfrm>
              <a:prstGeom prst="roundRect">
                <a:avLst>
                  <a:gd name="adj" fmla="val 20951"/>
                </a:avLst>
              </a:prstGeom>
            </p:spPr>
          </p:pic>
        </p:grp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A4C400E2-34D9-A385-14B9-D46B9C16D76D}"/>
                </a:ext>
              </a:extLst>
            </p:cNvPr>
            <p:cNvSpPr txBox="1"/>
            <p:nvPr/>
          </p:nvSpPr>
          <p:spPr>
            <a:xfrm>
              <a:off x="3618438" y="3953204"/>
              <a:ext cx="236801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noProof="0" dirty="0">
                  <a:solidFill>
                    <a:srgbClr val="8E7653"/>
                  </a:solidFill>
                  <a:latin typeface="Amasis MT Pro Black" panose="02040A04050005020304" pitchFamily="18" charset="0"/>
                </a:rPr>
                <a:t>1 happy </a:t>
              </a:r>
              <a:br>
                <a:rPr lang="en-US" sz="2800" noProof="0" dirty="0">
                  <a:solidFill>
                    <a:srgbClr val="8E7653"/>
                  </a:solidFill>
                  <a:latin typeface="Amasis MT Pro Black" panose="02040A04050005020304" pitchFamily="18" charset="0"/>
                </a:rPr>
              </a:br>
              <a:r>
                <a:rPr lang="en-US" sz="2800" noProof="0" dirty="0">
                  <a:solidFill>
                    <a:srgbClr val="8E7653"/>
                  </a:solidFill>
                  <a:latin typeface="Amasis MT Pro Black" panose="02040A04050005020304" pitchFamily="18" charset="0"/>
                </a:rPr>
                <a:t>Grandad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3443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habits, personne, plein air, jeans&#10;&#10;Le contenu généré par l’IA peut être incorrect.">
            <a:extLst>
              <a:ext uri="{FF2B5EF4-FFF2-40B4-BE49-F238E27FC236}">
                <a16:creationId xmlns:a16="http://schemas.microsoft.com/office/drawing/2014/main" id="{02A98018-15F9-AB6E-B7B5-C4B61229D9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0" b="39930"/>
          <a:stretch>
            <a:fillRect/>
          </a:stretch>
        </p:blipFill>
        <p:spPr>
          <a:xfrm>
            <a:off x="1087814" y="0"/>
            <a:ext cx="9592861" cy="3570973"/>
          </a:xfrm>
          <a:prstGeom prst="rect">
            <a:avLst/>
          </a:prstGeom>
        </p:spPr>
      </p:pic>
      <p:pic>
        <p:nvPicPr>
          <p:cNvPr id="13" name="Image 12" descr="Une image contenant habits, personne, plein air, jeans&#10;&#10;Le contenu généré par l’IA peut être incorrect.">
            <a:extLst>
              <a:ext uri="{FF2B5EF4-FFF2-40B4-BE49-F238E27FC236}">
                <a16:creationId xmlns:a16="http://schemas.microsoft.com/office/drawing/2014/main" id="{5BA46F65-CB1C-DE89-899B-37BEA27E6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63" b="34316"/>
          <a:stretch>
            <a:fillRect/>
          </a:stretch>
        </p:blipFill>
        <p:spPr>
          <a:xfrm>
            <a:off x="1299569" y="2156058"/>
            <a:ext cx="9592861" cy="386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65963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922</TotalTime>
  <Words>38</Words>
  <Application>Microsoft Office PowerPoint</Application>
  <PresentationFormat>Grand écran</PresentationFormat>
  <Paragraphs>16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1" baseType="lpstr">
      <vt:lpstr>Amasis MT Pro Black</vt:lpstr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Fabien MOMOT</dc:creator>
  <cp:lastModifiedBy>Fabien MOMOT</cp:lastModifiedBy>
  <cp:revision>1</cp:revision>
  <dcterms:created xsi:type="dcterms:W3CDTF">2025-08-17T00:45:20Z</dcterms:created>
  <dcterms:modified xsi:type="dcterms:W3CDTF">2025-08-22T03:08:49Z</dcterms:modified>
</cp:coreProperties>
</file>